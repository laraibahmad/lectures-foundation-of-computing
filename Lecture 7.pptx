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ib Ahmad" userId="5a1f338977023453" providerId="LiveId" clId="{A262E24F-9284-4ACC-83CC-4CD573968071}"/>
    <pc:docChg chg="undo custSel addSld modSld">
      <pc:chgData name="Laraib Ahmad" userId="5a1f338977023453" providerId="LiveId" clId="{A262E24F-9284-4ACC-83CC-4CD573968071}" dt="2026-02-02T16:49:58.003" v="1673" actId="255"/>
      <pc:docMkLst>
        <pc:docMk/>
      </pc:docMkLst>
      <pc:sldChg chg="modSp new mod">
        <pc:chgData name="Laraib Ahmad" userId="5a1f338977023453" providerId="LiveId" clId="{A262E24F-9284-4ACC-83CC-4CD573968071}" dt="2026-02-02T15:13:59.166" v="10" actId="207"/>
        <pc:sldMkLst>
          <pc:docMk/>
          <pc:sldMk cId="3322480561" sldId="256"/>
        </pc:sldMkLst>
        <pc:spChg chg="mod">
          <ac:chgData name="Laraib Ahmad" userId="5a1f338977023453" providerId="LiveId" clId="{A262E24F-9284-4ACC-83CC-4CD573968071}" dt="2026-02-02T15:13:59.166" v="10" actId="207"/>
          <ac:spMkLst>
            <pc:docMk/>
            <pc:sldMk cId="3322480561" sldId="256"/>
            <ac:spMk id="2" creationId="{8392118B-DE35-6A5E-BFAD-2E7AD4890C39}"/>
          </ac:spMkLst>
        </pc:spChg>
      </pc:sldChg>
      <pc:sldChg chg="modSp new mod">
        <pc:chgData name="Laraib Ahmad" userId="5a1f338977023453" providerId="LiveId" clId="{A262E24F-9284-4ACC-83CC-4CD573968071}" dt="2026-02-02T15:29:23.437" v="397" actId="2711"/>
        <pc:sldMkLst>
          <pc:docMk/>
          <pc:sldMk cId="1977423915" sldId="257"/>
        </pc:sldMkLst>
        <pc:spChg chg="mod">
          <ac:chgData name="Laraib Ahmad" userId="5a1f338977023453" providerId="LiveId" clId="{A262E24F-9284-4ACC-83CC-4CD573968071}" dt="2026-02-02T15:18:18.933" v="33" actId="207"/>
          <ac:spMkLst>
            <pc:docMk/>
            <pc:sldMk cId="1977423915" sldId="257"/>
            <ac:spMk id="2" creationId="{06613CDB-7A74-0538-D3E4-7BDDA707248C}"/>
          </ac:spMkLst>
        </pc:spChg>
        <pc:spChg chg="mod">
          <ac:chgData name="Laraib Ahmad" userId="5a1f338977023453" providerId="LiveId" clId="{A262E24F-9284-4ACC-83CC-4CD573968071}" dt="2026-02-02T15:29:23.437" v="397" actId="2711"/>
          <ac:spMkLst>
            <pc:docMk/>
            <pc:sldMk cId="1977423915" sldId="257"/>
            <ac:spMk id="3" creationId="{707E5859-2151-19AB-F55E-509B20263AF0}"/>
          </ac:spMkLst>
        </pc:spChg>
      </pc:sldChg>
      <pc:sldChg chg="modSp new mod">
        <pc:chgData name="Laraib Ahmad" userId="5a1f338977023453" providerId="LiveId" clId="{A262E24F-9284-4ACC-83CC-4CD573968071}" dt="2026-02-02T16:04:47.172" v="898" actId="20577"/>
        <pc:sldMkLst>
          <pc:docMk/>
          <pc:sldMk cId="1761303074" sldId="258"/>
        </pc:sldMkLst>
        <pc:spChg chg="mod">
          <ac:chgData name="Laraib Ahmad" userId="5a1f338977023453" providerId="LiveId" clId="{A262E24F-9284-4ACC-83CC-4CD573968071}" dt="2026-02-02T15:32:01.316" v="413" actId="255"/>
          <ac:spMkLst>
            <pc:docMk/>
            <pc:sldMk cId="1761303074" sldId="258"/>
            <ac:spMk id="2" creationId="{9E5A38D4-3123-3870-E0FE-7404B8A9B66A}"/>
          </ac:spMkLst>
        </pc:spChg>
        <pc:spChg chg="mod">
          <ac:chgData name="Laraib Ahmad" userId="5a1f338977023453" providerId="LiveId" clId="{A262E24F-9284-4ACC-83CC-4CD573968071}" dt="2026-02-02T16:04:47.172" v="898" actId="20577"/>
          <ac:spMkLst>
            <pc:docMk/>
            <pc:sldMk cId="1761303074" sldId="258"/>
            <ac:spMk id="3" creationId="{3FCCB5DC-BAFC-93C5-22E6-3BE5AAF64BFE}"/>
          </ac:spMkLst>
        </pc:spChg>
      </pc:sldChg>
      <pc:sldChg chg="modSp new mod">
        <pc:chgData name="Laraib Ahmad" userId="5a1f338977023453" providerId="LiveId" clId="{A262E24F-9284-4ACC-83CC-4CD573968071}" dt="2026-02-02T16:38:10.358" v="1128" actId="20577"/>
        <pc:sldMkLst>
          <pc:docMk/>
          <pc:sldMk cId="2350667137" sldId="259"/>
        </pc:sldMkLst>
        <pc:spChg chg="mod">
          <ac:chgData name="Laraib Ahmad" userId="5a1f338977023453" providerId="LiveId" clId="{A262E24F-9284-4ACC-83CC-4CD573968071}" dt="2026-02-02T16:09:10.528" v="916" actId="255"/>
          <ac:spMkLst>
            <pc:docMk/>
            <pc:sldMk cId="2350667137" sldId="259"/>
            <ac:spMk id="2" creationId="{D16375F9-7116-3F91-425B-C89180F7FB8D}"/>
          </ac:spMkLst>
        </pc:spChg>
        <pc:spChg chg="mod">
          <ac:chgData name="Laraib Ahmad" userId="5a1f338977023453" providerId="LiveId" clId="{A262E24F-9284-4ACC-83CC-4CD573968071}" dt="2026-02-02T16:38:10.358" v="1128" actId="20577"/>
          <ac:spMkLst>
            <pc:docMk/>
            <pc:sldMk cId="2350667137" sldId="259"/>
            <ac:spMk id="3" creationId="{CC0D46CE-0F0D-9262-0BD2-ED65C7903491}"/>
          </ac:spMkLst>
        </pc:spChg>
      </pc:sldChg>
      <pc:sldChg chg="modSp new mod">
        <pc:chgData name="Laraib Ahmad" userId="5a1f338977023453" providerId="LiveId" clId="{A262E24F-9284-4ACC-83CC-4CD573968071}" dt="2026-02-02T16:44:16.240" v="1396" actId="207"/>
        <pc:sldMkLst>
          <pc:docMk/>
          <pc:sldMk cId="3826445629" sldId="260"/>
        </pc:sldMkLst>
        <pc:spChg chg="mod">
          <ac:chgData name="Laraib Ahmad" userId="5a1f338977023453" providerId="LiveId" clId="{A262E24F-9284-4ACC-83CC-4CD573968071}" dt="2026-02-02T16:40:13.633" v="1145" actId="14100"/>
          <ac:spMkLst>
            <pc:docMk/>
            <pc:sldMk cId="3826445629" sldId="260"/>
            <ac:spMk id="2" creationId="{E2916752-69F4-33E3-0B0A-9C6A7CF5C11D}"/>
          </ac:spMkLst>
        </pc:spChg>
        <pc:spChg chg="mod">
          <ac:chgData name="Laraib Ahmad" userId="5a1f338977023453" providerId="LiveId" clId="{A262E24F-9284-4ACC-83CC-4CD573968071}" dt="2026-02-02T16:44:16.240" v="1396" actId="207"/>
          <ac:spMkLst>
            <pc:docMk/>
            <pc:sldMk cId="3826445629" sldId="260"/>
            <ac:spMk id="3" creationId="{9F57F944-3C13-3854-D1CA-F307F1BB7D3D}"/>
          </ac:spMkLst>
        </pc:spChg>
      </pc:sldChg>
      <pc:sldChg chg="modSp new mod">
        <pc:chgData name="Laraib Ahmad" userId="5a1f338977023453" providerId="LiveId" clId="{A262E24F-9284-4ACC-83CC-4CD573968071}" dt="2026-02-02T16:49:58.003" v="1673" actId="255"/>
        <pc:sldMkLst>
          <pc:docMk/>
          <pc:sldMk cId="2416109671" sldId="261"/>
        </pc:sldMkLst>
        <pc:spChg chg="mod">
          <ac:chgData name="Laraib Ahmad" userId="5a1f338977023453" providerId="LiveId" clId="{A262E24F-9284-4ACC-83CC-4CD573968071}" dt="2026-02-02T16:46:47.526" v="1428" actId="207"/>
          <ac:spMkLst>
            <pc:docMk/>
            <pc:sldMk cId="2416109671" sldId="261"/>
            <ac:spMk id="2" creationId="{F0A3E934-C126-9C2B-8BE9-C9345DCB024E}"/>
          </ac:spMkLst>
        </pc:spChg>
        <pc:spChg chg="mod">
          <ac:chgData name="Laraib Ahmad" userId="5a1f338977023453" providerId="LiveId" clId="{A262E24F-9284-4ACC-83CC-4CD573968071}" dt="2026-02-02T16:49:58.003" v="1673" actId="255"/>
          <ac:spMkLst>
            <pc:docMk/>
            <pc:sldMk cId="2416109671" sldId="261"/>
            <ac:spMk id="3" creationId="{E1BFADE7-35E4-CBFE-9075-989E2D92EB6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2B64-0C3F-9C63-7ADD-19D123A90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21A4B-3D42-72DE-D011-5C709D23F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D724-67CE-10AF-052C-7DC4A8D5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4F59B-848B-FF6E-2088-C2686A56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B3AB7-B28C-671E-2B5D-68AA7835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36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1F9B-D0EA-5F32-B417-B3D74928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B5826-D998-26F2-D64B-305DC2878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1618-18C3-4789-50BC-DE9261FA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2CA39-C5C5-7079-B781-92848DBB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66AE5-7008-3921-3AF3-4B9A50FA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1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7B44-10E7-0DB5-7ECC-B346020D3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135B0-DFD2-3999-2003-C1665FD89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E78B0-4266-6C94-2B72-E7B2E1AA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95B9A-085A-9740-3CC0-C847108D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14FC5-DBB0-B9D6-9E72-363B8591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87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FD3B-9883-67B0-DCC1-892D257D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730A0-1445-ACB7-2E78-4977A9CBC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A0153-67EC-7487-7795-24750FA33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8CE22-F7E9-94CC-44AC-BBDB1D85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E59FF-CE94-9C42-9FCE-5D737EDC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5923F-2F2E-0235-2E53-9B36E186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79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9F7-A373-7D24-4279-C9525C2D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518EC-899E-E41C-7320-DE286EA7E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CCE90-0938-6209-5896-934FCE9C3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622E0-3021-A963-26B5-62E0353B9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106B2-EC4D-9C04-F5AE-976588468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DFBE4-7524-C84B-8CA3-D0003A26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CF8A6-A0C2-4793-7B0E-143D6DE9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64864-DA47-FAFC-38CD-F42D3C03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12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0BCB-F9CB-D6E8-3765-DB6B6E3E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013C3-BC29-F307-BCBA-CBC0A8F2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332E6-7EBF-DE0E-90D8-162FD4D1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75B4E-D6B7-E30B-BBC4-3188EE9C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1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ACBD9-73F6-DA8D-1B84-F2A116AE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A73FE-89F7-C851-B931-BAB7189E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A09F5-B159-80A7-4298-2236C4BD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98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932F-6B31-0B9F-E618-BB2EA8A9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272DC-AB46-972E-7978-F9553181B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A63C2-766A-9BB1-F862-6F584E758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F918F-9E1A-05FF-831A-2AD19938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389C8-B64B-4CAB-C04B-B102A411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379CF-F960-49F9-12FC-3E15E0C2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20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8713-C136-173F-8183-421E68919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9EDB8-E1C9-7273-0456-FFDB05D37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9615D-D81A-4C79-A158-B42F52F64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FB220-C893-BF6A-ED13-8EF5AEE7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36B55-D420-71ED-1EA3-091898F2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E463B-9C19-D30B-1C5A-AFEBCE6B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70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AF84-13B3-CED8-C67D-26E574F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AA1F8-7653-42F3-085C-881B616E3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166DC-A8A4-A964-43CD-15A25DEE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DBC97-FA03-9514-8C40-65C267D5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2057D-8648-27B0-C44D-9CA00C62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29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4430B-F1A5-60A3-5246-BBB5A8A68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17B99-1C31-642C-2DCF-2368D1A01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8DE71-E6C8-05C2-C122-3FC902B9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8E70-FDD2-55AA-538B-7D0D1A7B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C195D-A1D5-D658-8F22-586F5D65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28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EB182-5C0F-7CF7-B5DE-304BE1FF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3408-3D07-EFBA-22A1-276680A5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1C622-E037-F07E-B0A3-7E9C58A7D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CF9CE-FB81-466B-8B53-AE7A0DA4E71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4E75C-92BE-5B98-5150-664B6C727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8E64-CEB9-0866-ACBE-0E28DA237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AF8CE-9ED6-452E-87C3-676B0271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74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118B-DE35-6A5E-BFAD-2E7AD4890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Lecture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5C3B7-8DF2-F292-0FEE-522891B95D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48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3CDB-7A74-0538-D3E4-7BDDA707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Pointers &amp;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5859-2151-19AB-F55E-509B20263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name of an array stands for the address of its zeroth element. The same thing is true of the names of arrays of structure variables.</a:t>
            </a:r>
          </a:p>
          <a:p>
            <a:r>
              <a:rPr lang="en-IN" sz="1800" dirty="0">
                <a:latin typeface="Consolas" panose="020B0609020204030204" pitchFamily="49" charset="0"/>
              </a:rPr>
              <a:t>struct inventory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char name[30];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Int number;</a:t>
            </a:r>
          </a:p>
          <a:p>
            <a:pPr marL="457200" lvl="1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Float price;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} product[2], *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800" dirty="0">
                <a:latin typeface="Consolas" panose="020B0609020204030204" pitchFamily="49" charset="0"/>
              </a:rPr>
              <a:t>The assignment: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= product; </a:t>
            </a:r>
            <a:r>
              <a:rPr lang="en-IN" sz="1800" dirty="0"/>
              <a:t>would assign the address of the zeroth element of product to </a:t>
            </a:r>
            <a:r>
              <a:rPr lang="en-IN" sz="1800" dirty="0" err="1"/>
              <a:t>ptr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742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38D4-3123-3870-E0FE-7404B8A9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CB5DC-BAFC-93C5-22E6-3BE5AAF64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19"/>
            <a:ext cx="10515600" cy="4829944"/>
          </a:xfrm>
        </p:spPr>
        <p:txBody>
          <a:bodyPr>
            <a:normAutofit/>
          </a:bodyPr>
          <a:lstStyle/>
          <a:p>
            <a:r>
              <a:rPr lang="en-IN" dirty="0"/>
              <a:t>Product member can be accessed using the following notation</a:t>
            </a:r>
          </a:p>
          <a:p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-&gt; name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-&gt; number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-&gt; price</a:t>
            </a:r>
          </a:p>
          <a:p>
            <a:r>
              <a:rPr lang="en-IN" dirty="0" err="1"/>
              <a:t>ptr</a:t>
            </a:r>
            <a:r>
              <a:rPr lang="en-IN" dirty="0"/>
              <a:t> -&gt; is another way of writing product[0]</a:t>
            </a:r>
          </a:p>
          <a:p>
            <a:r>
              <a:rPr lang="en-IN" dirty="0"/>
              <a:t>When the pointer </a:t>
            </a:r>
            <a:r>
              <a:rPr lang="en-IN" dirty="0" err="1"/>
              <a:t>ptr</a:t>
            </a:r>
            <a:r>
              <a:rPr lang="en-IN" dirty="0"/>
              <a:t> is incremented by one, it is made to point to the next record, i.e., product[1].</a:t>
            </a:r>
          </a:p>
          <a:p>
            <a:r>
              <a:rPr lang="en-IN" sz="1800" dirty="0">
                <a:latin typeface="Consolas" panose="020B0609020204030204" pitchFamily="49" charset="0"/>
              </a:rPr>
              <a:t>for(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= product;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&lt; product+2;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</a:t>
            </a:r>
            <a:r>
              <a:rPr lang="en-IN" sz="1800" dirty="0" err="1"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(“%s %d %f”,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-&gt; name,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-&gt; number, 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 -&gt; price);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}</a:t>
            </a:r>
          </a:p>
          <a:p>
            <a:r>
              <a:rPr lang="en-IN" dirty="0" err="1"/>
              <a:t>ptr</a:t>
            </a:r>
            <a:r>
              <a:rPr lang="en-IN" dirty="0"/>
              <a:t> -&gt; </a:t>
            </a:r>
            <a:r>
              <a:rPr lang="en-IN" dirty="0" err="1"/>
              <a:t>numver</a:t>
            </a:r>
            <a:r>
              <a:rPr lang="en-IN" dirty="0"/>
              <a:t> is same as (*</a:t>
            </a:r>
            <a:r>
              <a:rPr lang="en-IN" dirty="0" err="1"/>
              <a:t>ptr</a:t>
            </a:r>
            <a:r>
              <a:rPr lang="en-IN" dirty="0"/>
              <a:t>).number</a:t>
            </a:r>
          </a:p>
        </p:txBody>
      </p:sp>
    </p:spTree>
    <p:extLst>
      <p:ext uri="{BB962C8B-B14F-4D97-AF65-F5344CB8AC3E}">
        <p14:creationId xmlns:p14="http://schemas.microsoft.com/office/powerpoint/2010/main" val="176130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75F9-7116-3F91-425B-C89180F7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46CE-0F0D-9262-0BD2-ED65C790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/>
          <a:lstStyle/>
          <a:p>
            <a:r>
              <a:rPr lang="en-IN" dirty="0"/>
              <a:t>The operator -&gt;, . , () and [] has the highest priority among the operators.</a:t>
            </a:r>
          </a:p>
          <a:p>
            <a:r>
              <a:rPr lang="en-IN" sz="1800" dirty="0">
                <a:latin typeface="Consolas" panose="020B0609020204030204" pitchFamily="49" charset="0"/>
              </a:rPr>
              <a:t>struct 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int count;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float *p;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} *</a:t>
            </a:r>
            <a:r>
              <a:rPr lang="en-IN" sz="1800" dirty="0" err="1">
                <a:latin typeface="Consolas" panose="020B0609020204030204" pitchFamily="49" charset="0"/>
              </a:rPr>
              <a:t>ptr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r>
              <a:rPr lang="en-IN" dirty="0"/>
              <a:t>++</a:t>
            </a:r>
            <a:r>
              <a:rPr lang="en-IN" dirty="0" err="1"/>
              <a:t>ptr</a:t>
            </a:r>
            <a:r>
              <a:rPr lang="en-IN" dirty="0"/>
              <a:t>-&gt;count;</a:t>
            </a:r>
          </a:p>
          <a:p>
            <a:r>
              <a:rPr lang="en-IN" dirty="0"/>
              <a:t>(++</a:t>
            </a:r>
            <a:r>
              <a:rPr lang="en-IN" dirty="0" err="1"/>
              <a:t>ptr</a:t>
            </a:r>
            <a:r>
              <a:rPr lang="en-IN" dirty="0"/>
              <a:t>)-&gt;count;</a:t>
            </a:r>
          </a:p>
          <a:p>
            <a:r>
              <a:rPr lang="en-IN" dirty="0" err="1"/>
              <a:t>ptr</a:t>
            </a:r>
            <a:r>
              <a:rPr lang="en-IN" dirty="0"/>
              <a:t>++-&gt;count</a:t>
            </a:r>
          </a:p>
        </p:txBody>
      </p:sp>
    </p:spTree>
    <p:extLst>
      <p:ext uri="{BB962C8B-B14F-4D97-AF65-F5344CB8AC3E}">
        <p14:creationId xmlns:p14="http://schemas.microsoft.com/office/powerpoint/2010/main" val="235066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6752-69F4-33E3-0B0A-9C6A7CF5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1894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accent5">
                    <a:lumMod val="50000"/>
                  </a:schemeClr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F944-3C13-3854-D1CA-F307F1BB7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20"/>
            <a:ext cx="10515600" cy="4829943"/>
          </a:xfrm>
        </p:spPr>
        <p:txBody>
          <a:bodyPr/>
          <a:lstStyle/>
          <a:p>
            <a:r>
              <a:rPr lang="en-IN" dirty="0"/>
              <a:t>*</a:t>
            </a:r>
            <a:r>
              <a:rPr lang="en-IN" dirty="0" err="1"/>
              <a:t>ptr</a:t>
            </a:r>
            <a:r>
              <a:rPr lang="en-IN" dirty="0"/>
              <a:t> -&gt; p  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Fetches whatever p points to</a:t>
            </a:r>
          </a:p>
          <a:p>
            <a:r>
              <a:rPr lang="en-IN" dirty="0"/>
              <a:t>*</a:t>
            </a:r>
            <a:r>
              <a:rPr lang="en-IN" dirty="0" err="1"/>
              <a:t>ptr</a:t>
            </a:r>
            <a:r>
              <a:rPr lang="en-IN" dirty="0"/>
              <a:t> -&gt; p++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increments p after accessing whatever it points to</a:t>
            </a:r>
          </a:p>
          <a:p>
            <a:r>
              <a:rPr lang="en-IN" dirty="0"/>
              <a:t>(*</a:t>
            </a:r>
            <a:r>
              <a:rPr lang="en-IN" dirty="0" err="1"/>
              <a:t>ptr</a:t>
            </a:r>
            <a:r>
              <a:rPr lang="en-IN" dirty="0"/>
              <a:t>-&gt;p)++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increments whatever p points to</a:t>
            </a:r>
          </a:p>
          <a:p>
            <a:r>
              <a:rPr lang="en-IN" dirty="0"/>
              <a:t>*</a:t>
            </a:r>
            <a:r>
              <a:rPr lang="en-IN" dirty="0" err="1"/>
              <a:t>ptr</a:t>
            </a:r>
            <a:r>
              <a:rPr lang="en-IN" dirty="0"/>
              <a:t>++ -&gt; p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increments </a:t>
            </a:r>
            <a:r>
              <a:rPr lang="en-IN" dirty="0" err="1">
                <a:solidFill>
                  <a:schemeClr val="accent5">
                    <a:lumMod val="50000"/>
                  </a:schemeClr>
                </a:solidFill>
              </a:rPr>
              <a:t>ptr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after accessing whatever it points to</a:t>
            </a:r>
          </a:p>
        </p:txBody>
      </p:sp>
    </p:spTree>
    <p:extLst>
      <p:ext uri="{BB962C8B-B14F-4D97-AF65-F5344CB8AC3E}">
        <p14:creationId xmlns:p14="http://schemas.microsoft.com/office/powerpoint/2010/main" val="382644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934-C126-9C2B-8BE9-C9345DCB0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Passing structure as </a:t>
            </a:r>
            <a:r>
              <a:rPr lang="en-IN" dirty="0" err="1">
                <a:solidFill>
                  <a:schemeClr val="accent5">
                    <a:lumMod val="50000"/>
                  </a:schemeClr>
                </a:solidFill>
              </a:rPr>
              <a:t>agrument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ADE7-35E4-CBFE-9075-989E2D92E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Inside the caller function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sz="1800" dirty="0" err="1">
                <a:latin typeface="Consolas" panose="020B0609020204030204" pitchFamily="49" charset="0"/>
              </a:rPr>
              <a:t>print_invent</a:t>
            </a:r>
            <a:r>
              <a:rPr lang="en-IN" sz="1800" dirty="0">
                <a:latin typeface="Consolas" panose="020B0609020204030204" pitchFamily="49" charset="0"/>
              </a:rPr>
              <a:t>(&amp;product);</a:t>
            </a:r>
          </a:p>
          <a:p>
            <a:r>
              <a:rPr lang="en-IN" dirty="0"/>
              <a:t>The called function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latin typeface="Consolas" panose="020B0609020204030204" pitchFamily="49" charset="0"/>
              </a:rPr>
              <a:t>print_invent</a:t>
            </a:r>
            <a:r>
              <a:rPr lang="en-IN" sz="1800" dirty="0">
                <a:latin typeface="Consolas" panose="020B0609020204030204" pitchFamily="49" charset="0"/>
              </a:rPr>
              <a:t>(struct invent *item)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 err="1"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(“Name: %s”, item-&gt;name);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	</a:t>
            </a:r>
            <a:r>
              <a:rPr lang="en-IN" sz="1800" dirty="0" err="1"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(“Price: %f”, item-&gt;price);</a:t>
            </a:r>
          </a:p>
          <a:p>
            <a:pPr marL="0" indent="0">
              <a:buNone/>
            </a:pPr>
            <a:r>
              <a:rPr lang="en-IN" sz="1800" dirty="0"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41610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332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Lecture 7</vt:lpstr>
      <vt:lpstr>Pointers &amp; Structures</vt:lpstr>
      <vt:lpstr>Continue…</vt:lpstr>
      <vt:lpstr>continue…</vt:lpstr>
      <vt:lpstr>Continue…</vt:lpstr>
      <vt:lpstr>Passing structure as agrument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Laraib Ahmad</dc:creator>
  <cp:lastModifiedBy>Laraib Ahmad</cp:lastModifiedBy>
  <cp:revision>1</cp:revision>
  <dcterms:created xsi:type="dcterms:W3CDTF">2026-02-02T15:13:34Z</dcterms:created>
  <dcterms:modified xsi:type="dcterms:W3CDTF">2026-02-02T16:50:00Z</dcterms:modified>
</cp:coreProperties>
</file>
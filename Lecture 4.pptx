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5746C4-F827-4BDB-9318-A5E1D9D525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46B475-070E-4702-A8F5-A0D21C31D0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25180B-B25B-4E38-A8D0-56C21997A4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CD1A4D-D8F1-430F-940D-DABD8F390C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A182CC-3BFA-4E79-82CB-0D92DD5276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DC7809-99CC-427C-B1FF-885B7E86B8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1F77EA-5D80-4C50-B547-2CCCF953BA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E82C6A-70BB-4A83-9F50-AF7C5A8AB8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FB9418-4C1F-4C6B-8272-D71402015C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ADDD42-9F37-4B00-B819-E82D94FAE9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A44AD9-4AF4-4360-9E91-D5B20F40D94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E307F6-3286-4F29-B360-3CBCAC542FE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EAC7A0-8072-4F0B-8E86-459A7F3F04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578213-EA13-443F-97A6-94A9A423D3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5877F6-F896-4A77-BA63-2A5E8B22A2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9BA601-6B37-4D8B-8505-C0C2331BB2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18439D-14C3-46D4-9F53-6E0727BEB9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0B8FC2-9A37-4566-AB74-C17F3BB4EB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A8A975-F168-4980-9C83-DF907A9096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7DA782-F9B6-472E-8A5D-9DA8D11582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43EB07-884D-4673-AEA8-363BDFA6C2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0BA483-B934-450D-B9B9-F6C0C9DCA8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06824D-6FC9-41B4-860D-3BD91B9002C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A9EEBC-BC2D-4956-AC9F-82C4F28D26B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Master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F00C529-348D-4CEF-AD0A-B1C0CE14AA48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Master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4441758-03E0-42DA-9BFC-D6A5C013A269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Lecture </a:t>
            </a: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4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Pointer </a:t>
            </a: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Increme</a:t>
            </a: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nts &amp; </a:t>
            </a: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Scale </a:t>
            </a: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factor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000"/>
          </a:bodyPr>
          <a:p>
            <a:pPr marL="217080" indent="-217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When we increment a pointer, it’s value is increased by the length of the data type it points to. This is called the scale factor.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17080" indent="-217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A pointer variable can be pre-fixed or post-fixed with increment or decrement operators.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43416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p1++;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17080" indent="-217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An integer value may be added or subtracted from a pointer variable.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New Address=Current Address+(</a:t>
            </a:r>
            <a:r>
              <a:rPr b="0" i="1" lang="en-US" sz="2400" spc="-1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×sizeof(data type))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17080" indent="-217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When two pointers point to the same array, one pointer variable can be subtracted from another.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IN" sz="18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Continue…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#of steps taken ptr1 to reach ptr2 = ptr1 ​− ptr2​ / sizeof(type)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When two pointers point to objects of the same data types, they can be compared using relational operators.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relational operators : ==, !=, &lt;, &gt;, &lt;=, &gt;=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ex: ptr1 == ptr2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A pointer variable can not be multiplied by a constant.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br>
              <a:rPr sz="2800"/>
            </a:b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Legal vs </a:t>
            </a: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illegal </a:t>
            </a: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arithmeti</a:t>
            </a: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c </a:t>
            </a: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operatio</a:t>
            </a: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n with a </a:t>
            </a: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pointer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88" name="Content Placeholder 3"/>
          <p:cNvGraphicFramePr/>
          <p:nvPr/>
        </p:nvGraphicFramePr>
        <p:xfrm>
          <a:off x="865080" y="2218320"/>
          <a:ext cx="10488240" cy="3350160"/>
        </p:xfrm>
        <a:graphic>
          <a:graphicData uri="http://schemas.openxmlformats.org/drawingml/2006/table">
            <a:tbl>
              <a:tblPr/>
              <a:tblGrid>
                <a:gridCol w="2601720"/>
                <a:gridCol w="2628720"/>
                <a:gridCol w="2628720"/>
                <a:gridCol w="2628720"/>
              </a:tblGrid>
              <a:tr h="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Operation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Syntax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Status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Result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Addition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rgbClr val="282a2c"/>
                          </a:solidFill>
                          <a:latin typeface="Courier New"/>
                        </a:rPr>
                        <a:t>Pointer + Integer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Legal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New pointer (offset by 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KaTeX_Math"/>
                        </a:rPr>
                        <a:t>n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 elements)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Subtraction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rgbClr val="282a2c"/>
                          </a:solidFill>
                          <a:latin typeface="Courier New"/>
                        </a:rPr>
                        <a:t>Pointer - Integer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Legal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New pointer (moved back 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KaTeX_Math"/>
                        </a:rPr>
                        <a:t>n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 elements)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Difference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rgbClr val="282a2c"/>
                          </a:solidFill>
                          <a:latin typeface="Courier New"/>
                        </a:rPr>
                        <a:t>Pointer - Pointer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Legal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Integer (distance between elements)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Multiplication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rgbClr val="282a2c"/>
                          </a:solidFill>
                          <a:latin typeface="Courier New"/>
                        </a:rPr>
                        <a:t>Pointer*Constant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Illegal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Compiler Error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Division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rgbClr val="282a2c"/>
                          </a:solidFill>
                          <a:latin typeface="Courier New"/>
                        </a:rPr>
                        <a:t>Pointer/Constant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Illegal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Compiler Error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IN" sz="16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Continue…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Two pointer variables can not be added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A value cannot be assigned to an arbitrary address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&amp;x = 10; // </a:t>
            </a:r>
            <a:r>
              <a:rPr b="0" lang="en-IN" sz="2800" spc="-1" strike="noStrike">
                <a:solidFill>
                  <a:srgbClr val="ff0000"/>
                </a:solidFill>
                <a:latin typeface="Calibri"/>
              </a:rPr>
              <a:t>illegal because the address of a variable is a read-only value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Pointers </a:t>
            </a: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&amp; Arrays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int x[5] = {1, 2, 3, 4, 5};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X = &amp;x[0] = 1000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p = x or p = &amp;x[0]; //p is pointer variable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p+1 = &amp;x[1] = 1004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p+2 = &amp;x[2] = 1008 and so on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Address of x[3] = base address + (3 * scale factor of int)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3" name="Graphic 4" descr=""/>
          <p:cNvPicPr/>
          <p:nvPr/>
        </p:nvPicPr>
        <p:blipFill>
          <a:blip r:embed="rId1"/>
          <a:stretch/>
        </p:blipFill>
        <p:spPr>
          <a:xfrm>
            <a:off x="6336360" y="1714680"/>
            <a:ext cx="3692160" cy="171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Pointer </a:t>
            </a: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to a two-</a:t>
            </a: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dimensi</a:t>
            </a: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onal </a:t>
            </a: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array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5" name="Content Placeholder 13" descr=""/>
          <p:cNvPicPr/>
          <p:nvPr/>
        </p:nvPicPr>
        <p:blipFill>
          <a:blip r:embed="rId1"/>
          <a:stretch/>
        </p:blipFill>
        <p:spPr>
          <a:xfrm>
            <a:off x="3308400" y="1690560"/>
            <a:ext cx="5574600" cy="381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 Light"/>
              </a:rPr>
              <a:t>Continue…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000"/>
          </a:bodyPr>
          <a:p>
            <a:pPr marL="222120" indent="-2221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             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int main(){   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int a[3][4] = { {15, 27, 11, 35 },       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    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{22, 19, 31, 17},      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    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{31, 23, 14, 36} };   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int (*p)[4] = a;   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for(int i = 0; i &lt; 3; i++){       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for(int j = 0; j &lt; 4; j++){           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printf("%d ", *(*(p+i)+j));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        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}       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printf("\n");   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}   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return 0;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</TotalTime>
  <Application>LibreOffice/7.4.7.2$Linux_X86_64 LibreOffice_project/40$Build-2</Application>
  <AppVersion>15.0000</AppVersion>
  <Words>501</Words>
  <Paragraphs>68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2026-01-27T17:59:09Z</dcterms:created>
  <dc:creator>Laraib Ahmad</dc:creator>
  <dc:description/>
  <dc:language>en-IN</dc:language>
  <cp:lastModifiedBy/>
  <dcterms:modified xsi:type="dcterms:W3CDTF">2026-01-29T10:25:10Z</dcterms:modified>
  <cp:revision>13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
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DCEEB1-8941-41B5-8D0C-2097CA94A42B}" v="8" dt="2026-02-01T16:03:36.8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raib Ahmad" userId="5a1f338977023453" providerId="LiveId" clId="{A262E24F-9284-4ACC-83CC-4CD573968071}"/>
    <pc:docChg chg="undo custSel addSld modSld">
      <pc:chgData name="Laraib Ahmad" userId="5a1f338977023453" providerId="LiveId" clId="{A262E24F-9284-4ACC-83CC-4CD573968071}" dt="2026-02-01T16:04:09.428" v="1934" actId="20577"/>
      <pc:docMkLst>
        <pc:docMk/>
      </pc:docMkLst>
      <pc:sldChg chg="modSp new mod">
        <pc:chgData name="Laraib Ahmad" userId="5a1f338977023453" providerId="LiveId" clId="{A262E24F-9284-4ACC-83CC-4CD573968071}" dt="2026-02-01T12:24:21.501" v="11" actId="20577"/>
        <pc:sldMkLst>
          <pc:docMk/>
          <pc:sldMk cId="306961169" sldId="256"/>
        </pc:sldMkLst>
        <pc:spChg chg="mod">
          <ac:chgData name="Laraib Ahmad" userId="5a1f338977023453" providerId="LiveId" clId="{A262E24F-9284-4ACC-83CC-4CD573968071}" dt="2026-02-01T12:24:21.501" v="11" actId="20577"/>
          <ac:spMkLst>
            <pc:docMk/>
            <pc:sldMk cId="306961169" sldId="256"/>
            <ac:spMk id="2" creationId="{C5DB1B5A-7FF2-5ED1-4854-BCA020D24BD2}"/>
          </ac:spMkLst>
        </pc:spChg>
      </pc:sldChg>
      <pc:sldChg chg="modSp new mod">
        <pc:chgData name="Laraib Ahmad" userId="5a1f338977023453" providerId="LiveId" clId="{A262E24F-9284-4ACC-83CC-4CD573968071}" dt="2026-02-01T12:34:57.667" v="441" actId="20577"/>
        <pc:sldMkLst>
          <pc:docMk/>
          <pc:sldMk cId="2002639741" sldId="257"/>
        </pc:sldMkLst>
        <pc:spChg chg="mod">
          <ac:chgData name="Laraib Ahmad" userId="5a1f338977023453" providerId="LiveId" clId="{A262E24F-9284-4ACC-83CC-4CD573968071}" dt="2026-02-01T12:24:45.178" v="42" actId="20577"/>
          <ac:spMkLst>
            <pc:docMk/>
            <pc:sldMk cId="2002639741" sldId="257"/>
            <ac:spMk id="2" creationId="{7E67132D-9E19-91BD-CDA7-9090C74AD612}"/>
          </ac:spMkLst>
        </pc:spChg>
        <pc:spChg chg="mod">
          <ac:chgData name="Laraib Ahmad" userId="5a1f338977023453" providerId="LiveId" clId="{A262E24F-9284-4ACC-83CC-4CD573968071}" dt="2026-02-01T12:34:57.667" v="441" actId="20577"/>
          <ac:spMkLst>
            <pc:docMk/>
            <pc:sldMk cId="2002639741" sldId="257"/>
            <ac:spMk id="3" creationId="{34FB7D85-0AA1-2B48-9912-896DABD963AC}"/>
          </ac:spMkLst>
        </pc:spChg>
      </pc:sldChg>
      <pc:sldChg chg="modSp new mod">
        <pc:chgData name="Laraib Ahmad" userId="5a1f338977023453" providerId="LiveId" clId="{A262E24F-9284-4ACC-83CC-4CD573968071}" dt="2026-02-01T13:02:31.767" v="743" actId="20577"/>
        <pc:sldMkLst>
          <pc:docMk/>
          <pc:sldMk cId="1310845017" sldId="258"/>
        </pc:sldMkLst>
        <pc:spChg chg="mod">
          <ac:chgData name="Laraib Ahmad" userId="5a1f338977023453" providerId="LiveId" clId="{A262E24F-9284-4ACC-83CC-4CD573968071}" dt="2026-02-01T12:43:50.947" v="459" actId="255"/>
          <ac:spMkLst>
            <pc:docMk/>
            <pc:sldMk cId="1310845017" sldId="258"/>
            <ac:spMk id="2" creationId="{327A3219-68CC-EC76-1292-FE6D860F4458}"/>
          </ac:spMkLst>
        </pc:spChg>
        <pc:spChg chg="mod">
          <ac:chgData name="Laraib Ahmad" userId="5a1f338977023453" providerId="LiveId" clId="{A262E24F-9284-4ACC-83CC-4CD573968071}" dt="2026-02-01T13:02:31.767" v="743" actId="20577"/>
          <ac:spMkLst>
            <pc:docMk/>
            <pc:sldMk cId="1310845017" sldId="258"/>
            <ac:spMk id="3" creationId="{A3FAC8F3-9A9D-2A60-1BCE-10B3A9C7833F}"/>
          </ac:spMkLst>
        </pc:spChg>
      </pc:sldChg>
      <pc:sldChg chg="modSp new mod">
        <pc:chgData name="Laraib Ahmad" userId="5a1f338977023453" providerId="LiveId" clId="{A262E24F-9284-4ACC-83CC-4CD573968071}" dt="2026-02-01T13:29:40.186" v="1169" actId="2711"/>
        <pc:sldMkLst>
          <pc:docMk/>
          <pc:sldMk cId="1429645980" sldId="259"/>
        </pc:sldMkLst>
        <pc:spChg chg="mod">
          <ac:chgData name="Laraib Ahmad" userId="5a1f338977023453" providerId="LiveId" clId="{A262E24F-9284-4ACC-83CC-4CD573968071}" dt="2026-02-01T13:16:44.868" v="772" actId="207"/>
          <ac:spMkLst>
            <pc:docMk/>
            <pc:sldMk cId="1429645980" sldId="259"/>
            <ac:spMk id="2" creationId="{7B78D776-D642-BCF6-DE02-0E1F0A0F3C7B}"/>
          </ac:spMkLst>
        </pc:spChg>
        <pc:spChg chg="mod">
          <ac:chgData name="Laraib Ahmad" userId="5a1f338977023453" providerId="LiveId" clId="{A262E24F-9284-4ACC-83CC-4CD573968071}" dt="2026-02-01T13:29:40.186" v="1169" actId="2711"/>
          <ac:spMkLst>
            <pc:docMk/>
            <pc:sldMk cId="1429645980" sldId="259"/>
            <ac:spMk id="3" creationId="{B92B17B5-9F46-A305-14B5-3FE4EBFAF87D}"/>
          </ac:spMkLst>
        </pc:spChg>
      </pc:sldChg>
      <pc:sldChg chg="modSp new mod">
        <pc:chgData name="Laraib Ahmad" userId="5a1f338977023453" providerId="LiveId" clId="{A262E24F-9284-4ACC-83CC-4CD573968071}" dt="2026-02-01T13:33:28.889" v="1309" actId="20577"/>
        <pc:sldMkLst>
          <pc:docMk/>
          <pc:sldMk cId="859627995" sldId="260"/>
        </pc:sldMkLst>
        <pc:spChg chg="mod">
          <ac:chgData name="Laraib Ahmad" userId="5a1f338977023453" providerId="LiveId" clId="{A262E24F-9284-4ACC-83CC-4CD573968071}" dt="2026-02-01T13:31:14.067" v="1192" actId="207"/>
          <ac:spMkLst>
            <pc:docMk/>
            <pc:sldMk cId="859627995" sldId="260"/>
            <ac:spMk id="2" creationId="{F4F686A9-F5AA-9158-B3F3-67BB9FB7192D}"/>
          </ac:spMkLst>
        </pc:spChg>
        <pc:spChg chg="mod">
          <ac:chgData name="Laraib Ahmad" userId="5a1f338977023453" providerId="LiveId" clId="{A262E24F-9284-4ACC-83CC-4CD573968071}" dt="2026-02-01T13:33:28.889" v="1309" actId="20577"/>
          <ac:spMkLst>
            <pc:docMk/>
            <pc:sldMk cId="859627995" sldId="260"/>
            <ac:spMk id="3" creationId="{6B15AAF3-808A-D1AA-9DD0-BB5E9B5DF889}"/>
          </ac:spMkLst>
        </pc:spChg>
      </pc:sldChg>
      <pc:sldChg chg="modSp new mod">
        <pc:chgData name="Laraib Ahmad" userId="5a1f338977023453" providerId="LiveId" clId="{A262E24F-9284-4ACC-83CC-4CD573968071}" dt="2026-02-01T14:01:00.325" v="1440" actId="27636"/>
        <pc:sldMkLst>
          <pc:docMk/>
          <pc:sldMk cId="2608096591" sldId="261"/>
        </pc:sldMkLst>
        <pc:spChg chg="mod">
          <ac:chgData name="Laraib Ahmad" userId="5a1f338977023453" providerId="LiveId" clId="{A262E24F-9284-4ACC-83CC-4CD573968071}" dt="2026-02-01T13:43:24.320" v="1326" actId="255"/>
          <ac:spMkLst>
            <pc:docMk/>
            <pc:sldMk cId="2608096591" sldId="261"/>
            <ac:spMk id="2" creationId="{4B7535F5-022D-4FAA-58CF-7F7AE13C901D}"/>
          </ac:spMkLst>
        </pc:spChg>
        <pc:spChg chg="mod">
          <ac:chgData name="Laraib Ahmad" userId="5a1f338977023453" providerId="LiveId" clId="{A262E24F-9284-4ACC-83CC-4CD573968071}" dt="2026-02-01T14:01:00.325" v="1440" actId="27636"/>
          <ac:spMkLst>
            <pc:docMk/>
            <pc:sldMk cId="2608096591" sldId="261"/>
            <ac:spMk id="3" creationId="{BC88C9A4-730A-5770-6B8F-C53DE8529AF9}"/>
          </ac:spMkLst>
        </pc:spChg>
      </pc:sldChg>
      <pc:sldChg chg="modSp new mod">
        <pc:chgData name="Laraib Ahmad" userId="5a1f338977023453" providerId="LiveId" clId="{A262E24F-9284-4ACC-83CC-4CD573968071}" dt="2026-02-01T14:32:00.154" v="1776" actId="20577"/>
        <pc:sldMkLst>
          <pc:docMk/>
          <pc:sldMk cId="3527634360" sldId="262"/>
        </pc:sldMkLst>
        <pc:spChg chg="mod">
          <ac:chgData name="Laraib Ahmad" userId="5a1f338977023453" providerId="LiveId" clId="{A262E24F-9284-4ACC-83CC-4CD573968071}" dt="2026-02-01T14:15:25.886" v="1470" actId="207"/>
          <ac:spMkLst>
            <pc:docMk/>
            <pc:sldMk cId="3527634360" sldId="262"/>
            <ac:spMk id="2" creationId="{F0E74D09-46CE-F8B3-1430-DE26DF5813AA}"/>
          </ac:spMkLst>
        </pc:spChg>
        <pc:spChg chg="mod">
          <ac:chgData name="Laraib Ahmad" userId="5a1f338977023453" providerId="LiveId" clId="{A262E24F-9284-4ACC-83CC-4CD573968071}" dt="2026-02-01T14:32:00.154" v="1776" actId="20577"/>
          <ac:spMkLst>
            <pc:docMk/>
            <pc:sldMk cId="3527634360" sldId="262"/>
            <ac:spMk id="3" creationId="{532DD3E0-5723-9EFB-6161-0470F4858E54}"/>
          </ac:spMkLst>
        </pc:spChg>
      </pc:sldChg>
      <pc:sldChg chg="modSp new mod">
        <pc:chgData name="Laraib Ahmad" userId="5a1f338977023453" providerId="LiveId" clId="{A262E24F-9284-4ACC-83CC-4CD573968071}" dt="2026-02-01T16:00:56.561" v="1893" actId="207"/>
        <pc:sldMkLst>
          <pc:docMk/>
          <pc:sldMk cId="250762217" sldId="263"/>
        </pc:sldMkLst>
        <pc:spChg chg="mod">
          <ac:chgData name="Laraib Ahmad" userId="5a1f338977023453" providerId="LiveId" clId="{A262E24F-9284-4ACC-83CC-4CD573968071}" dt="2026-02-01T15:51:32.962" v="1792" actId="255"/>
          <ac:spMkLst>
            <pc:docMk/>
            <pc:sldMk cId="250762217" sldId="263"/>
            <ac:spMk id="2" creationId="{3CCADA51-2B63-F861-2064-652DED1D0818}"/>
          </ac:spMkLst>
        </pc:spChg>
        <pc:spChg chg="mod">
          <ac:chgData name="Laraib Ahmad" userId="5a1f338977023453" providerId="LiveId" clId="{A262E24F-9284-4ACC-83CC-4CD573968071}" dt="2026-02-01T16:00:56.561" v="1893" actId="207"/>
          <ac:spMkLst>
            <pc:docMk/>
            <pc:sldMk cId="250762217" sldId="263"/>
            <ac:spMk id="3" creationId="{A353D28D-9285-4993-3429-C5C9E5CDC53D}"/>
          </ac:spMkLst>
        </pc:spChg>
      </pc:sldChg>
      <pc:sldChg chg="modSp new mod">
        <pc:chgData name="Laraib Ahmad" userId="5a1f338977023453" providerId="LiveId" clId="{A262E24F-9284-4ACC-83CC-4CD573968071}" dt="2026-02-01T16:04:09.428" v="1934" actId="20577"/>
        <pc:sldMkLst>
          <pc:docMk/>
          <pc:sldMk cId="1414877763" sldId="264"/>
        </pc:sldMkLst>
        <pc:spChg chg="mod">
          <ac:chgData name="Laraib Ahmad" userId="5a1f338977023453" providerId="LiveId" clId="{A262E24F-9284-4ACC-83CC-4CD573968071}" dt="2026-02-01T16:02:36.683" v="1908" actId="255"/>
          <ac:spMkLst>
            <pc:docMk/>
            <pc:sldMk cId="1414877763" sldId="264"/>
            <ac:spMk id="2" creationId="{101B84B8-B58D-D3C1-E801-C7557A24A1ED}"/>
          </ac:spMkLst>
        </pc:spChg>
        <pc:spChg chg="mod">
          <ac:chgData name="Laraib Ahmad" userId="5a1f338977023453" providerId="LiveId" clId="{A262E24F-9284-4ACC-83CC-4CD573968071}" dt="2026-02-01T16:04:09.428" v="1934" actId="20577"/>
          <ac:spMkLst>
            <pc:docMk/>
            <pc:sldMk cId="1414877763" sldId="264"/>
            <ac:spMk id="3" creationId="{3899A00D-5134-BF04-69C5-2CF7C65F609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F0968-A681-376C-F5AF-AFACDFE0CE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27822E-B488-84ED-A5FF-D57E748D0B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81C6C-6083-4D68-0AB9-1059A8801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86208-BF6A-4236-9BF9-E477A5F14379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DC63C-2E6A-D26A-BD23-D8FE69CE3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AFBF6-D5A5-8DFE-C879-E4C677C87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04973-2942-4657-A81A-FB9177190F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2328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C359B-2A65-45F3-F88F-879E53655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56EB8-EC42-FEE1-4FD7-8483DF9AF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E668C-017E-545B-9984-5D0B8AE69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86208-BF6A-4236-9BF9-E477A5F14379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962D9-2AE7-4F52-5D36-88D460C0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56982-5154-45EA-F644-66FDB6FE1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04973-2942-4657-A81A-FB9177190F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9155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04ED8-AD53-0A2C-9BDB-CC28EACC7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0B9BB4-2E6B-E0D6-A3C9-A2DD9008B2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E645D-AE7F-3E79-9BBA-24E4A1E85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86208-BF6A-4236-9BF9-E477A5F14379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6C42D-C93C-CA18-EFB4-53CDB291D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17692-824F-994A-203E-B953C8260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04973-2942-4657-A81A-FB9177190F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5104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AD135-05F8-7CBE-00A9-3E4664846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BAD8C-F2BB-A6EC-1C99-2FB4EBD022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ECEC33-DAC6-11E7-1F03-1E96E69B03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4B94A-BDE7-4E5D-E06D-098370364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86208-BF6A-4236-9BF9-E477A5F14379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3E4C63-2193-C186-EF37-9BFCAF3AB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B7F1E8-9A2F-8042-EBC3-8D0E22C69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04973-2942-4657-A81A-FB9177190F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6259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02B8D-774D-781A-84FE-ECC6C55CD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851BD1-8385-FC1D-9F22-BD722E999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A9088B-2F86-1D20-BEDE-35E0BBAE15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F02D3D-D9A9-DADB-6A2F-9BEF4FE40F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F32D75-3161-01EE-7D1B-3111BA0EC9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0B0F41-4D28-FA1C-42A3-B55F5B60E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86208-BF6A-4236-9BF9-E477A5F14379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92D182-C148-975B-E031-5E3BA2D39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1E44C3-015F-1922-CC62-60F613D4B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04973-2942-4657-A81A-FB9177190F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1644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23E14-2A9B-41B6-F51A-59D59C4EA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810550-D261-9E63-E579-507CA5F68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86208-BF6A-4236-9BF9-E477A5F14379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682A47-0CD4-1AB8-5B54-66784240B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84134A-8BC8-D884-DBE1-EFEF87FD6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04973-2942-4657-A81A-FB9177190F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9150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763D27-0993-7A86-8FE8-F41D84DC2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86208-BF6A-4236-9BF9-E477A5F14379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3E9F8D-DC78-E0E6-48F5-B53D138B1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E5F2DC-D5C6-05EC-9A9A-84F006421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04973-2942-4657-A81A-FB9177190F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706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B1838-2B26-5915-F403-33330D0A5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2EBCB-2217-E75C-AB23-62AC2B179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95AF4-D4FE-F320-9724-5326BA1BE8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5B3DE8-D115-EAE9-B5DF-821C7F6CA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86208-BF6A-4236-9BF9-E477A5F14379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701432-931A-F2CC-F026-FFE303592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ADE5CB-6B18-40F0-171E-21F2AA56E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04973-2942-4657-A81A-FB9177190F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2097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092F2-6D49-65EF-4DEF-6D4A10DA1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B192F0-1D4C-A286-ED78-92A13FBA1B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E44E92-ECB5-D6C0-995A-F1003246E0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D86BC8-7906-865E-5C37-516449204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86208-BF6A-4236-9BF9-E477A5F14379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82BAD0-D96D-1BC9-F219-47CB3720C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6CDFC3-234E-BF6D-F44E-45772CA08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04973-2942-4657-A81A-FB9177190F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0921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FBEDF-387E-1B2B-C737-3287030D9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97C550-CA23-470C-518D-3868F2E1CA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93347-5650-2CFC-F43C-981C06127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86208-BF6A-4236-9BF9-E477A5F14379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A7573-DB67-86F3-7D56-7D5285868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D12FF-188F-7A29-95F4-154CECEBF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04973-2942-4657-A81A-FB9177190F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0461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52F45D-0CF9-BF0B-E72E-F6E2A923FA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C50E89-F663-9FBF-E94E-5E59EBA006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78AD3-659B-BBC1-CA3B-85423452F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86208-BF6A-4236-9BF9-E477A5F14379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45A7F-6351-9229-C4A6-4B39F8F46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80E38-3ADC-DBAA-1AAF-905FC7AB2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04973-2942-4657-A81A-FB9177190F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70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4F6345-2F0B-7A0D-3D08-16771C697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FAA03F-C2E0-3435-C0B6-764B03E66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19AF0-A720-D173-8750-4C7803D4D9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E86208-BF6A-4236-9BF9-E477A5F14379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62BCD-6DA0-69BE-AF95-C80238CA5C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76F81-5731-1EEB-25C9-4C4AFFEBB6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F04973-2942-4657-A81A-FB9177190F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8084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B1B5A-7FF2-5ED1-4854-BCA020D24B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Lecture 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15299A-EBF7-D087-D3A0-C83B013BC8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961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7132D-9E19-91BD-CDA7-9090C74AD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Pointers as function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B7D85-0AA1-2B48-9912-896DABD96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When we pass an address to a function, the parameters receiving the addresses should be pointers.</a:t>
            </a:r>
          </a:p>
          <a:p>
            <a:r>
              <a:rPr lang="en-IN" dirty="0"/>
              <a:t>The process of calling a function using pointers to pass the addresses of variables is known as </a:t>
            </a: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call by reference</a:t>
            </a:r>
            <a:r>
              <a:rPr lang="en-IN" dirty="0"/>
              <a:t>.</a:t>
            </a:r>
          </a:p>
          <a:p>
            <a:pPr marL="457200" lvl="1" indent="0">
              <a:buNone/>
            </a:pPr>
            <a:r>
              <a:rPr lang="en-IN" dirty="0"/>
              <a:t>   </a:t>
            </a:r>
            <a:r>
              <a:rPr lang="en-IN" sz="1900" dirty="0">
                <a:latin typeface="Consolas" panose="020B0609020204030204" pitchFamily="49" charset="0"/>
              </a:rPr>
              <a:t>main(){</a:t>
            </a:r>
          </a:p>
          <a:p>
            <a:pPr marL="457200" lvl="1" indent="0">
              <a:buNone/>
            </a:pPr>
            <a:r>
              <a:rPr lang="en-IN" sz="1900" dirty="0">
                <a:latin typeface="Consolas" panose="020B0609020204030204" pitchFamily="49" charset="0"/>
              </a:rPr>
              <a:t>	int x;</a:t>
            </a:r>
          </a:p>
          <a:p>
            <a:pPr marL="457200" lvl="1" indent="0">
              <a:buNone/>
            </a:pPr>
            <a:r>
              <a:rPr lang="en-IN" sz="1900" dirty="0">
                <a:latin typeface="Consolas" panose="020B0609020204030204" pitchFamily="49" charset="0"/>
              </a:rPr>
              <a:t>	x = 20;</a:t>
            </a:r>
          </a:p>
          <a:p>
            <a:pPr marL="457200" lvl="1" indent="0">
              <a:buNone/>
            </a:pPr>
            <a:r>
              <a:rPr lang="en-IN" sz="1900" dirty="0">
                <a:latin typeface="Consolas" panose="020B0609020204030204" pitchFamily="49" charset="0"/>
              </a:rPr>
              <a:t>	change(&amp;x);</a:t>
            </a:r>
          </a:p>
          <a:p>
            <a:pPr marL="457200" lvl="1" indent="0">
              <a:buNone/>
            </a:pPr>
            <a:r>
              <a:rPr lang="en-IN" sz="1900" dirty="0">
                <a:latin typeface="Consolas" panose="020B0609020204030204" pitchFamily="49" charset="0"/>
              </a:rPr>
              <a:t>	</a:t>
            </a:r>
            <a:r>
              <a:rPr lang="en-IN" sz="1900" dirty="0" err="1">
                <a:latin typeface="Consolas" panose="020B0609020204030204" pitchFamily="49" charset="0"/>
              </a:rPr>
              <a:t>printf</a:t>
            </a:r>
            <a:r>
              <a:rPr lang="en-IN" sz="1900" dirty="0">
                <a:latin typeface="Consolas" panose="020B0609020204030204" pitchFamily="49" charset="0"/>
              </a:rPr>
              <a:t>(“%d”, x);</a:t>
            </a:r>
          </a:p>
          <a:p>
            <a:pPr marL="457200" lvl="1" indent="0">
              <a:buNone/>
            </a:pPr>
            <a:r>
              <a:rPr lang="en-IN" sz="1900" dirty="0">
                <a:latin typeface="Consolas" panose="020B0609020204030204" pitchFamily="49" charset="0"/>
              </a:rPr>
              <a:t>}</a:t>
            </a:r>
          </a:p>
          <a:p>
            <a:pPr marL="457200" lvl="1" indent="0">
              <a:buNone/>
            </a:pPr>
            <a:r>
              <a:rPr lang="en-IN" sz="1900" dirty="0">
                <a:latin typeface="Consolas" panose="020B0609020204030204" pitchFamily="49" charset="0"/>
              </a:rPr>
              <a:t>change(int *p){</a:t>
            </a:r>
          </a:p>
          <a:p>
            <a:pPr marL="457200" lvl="1" indent="0">
              <a:buNone/>
            </a:pPr>
            <a:r>
              <a:rPr lang="en-IN" sz="1900" dirty="0">
                <a:latin typeface="Consolas" panose="020B0609020204030204" pitchFamily="49" charset="0"/>
              </a:rPr>
              <a:t>	*p = *p + 10;</a:t>
            </a:r>
          </a:p>
          <a:p>
            <a:pPr marL="457200" lvl="1" indent="0">
              <a:buNone/>
            </a:pPr>
            <a:r>
              <a:rPr lang="en-IN" sz="19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02639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3219-68CC-EC76-1292-FE6D860F4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1800" dirty="0">
                <a:solidFill>
                  <a:schemeClr val="accent5">
                    <a:lumMod val="50000"/>
                  </a:schemeClr>
                </a:solidFill>
              </a:rPr>
              <a:t>Continue…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AC8F3-9A9D-2A60-1BCE-10B3A9C78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800" dirty="0">
                <a:latin typeface="Consolas" panose="020B0609020204030204" pitchFamily="49" charset="0"/>
              </a:rPr>
              <a:t>Sorting an array using pointers</a:t>
            </a:r>
          </a:p>
          <a:p>
            <a:r>
              <a:rPr lang="en-IN" sz="1800" dirty="0">
                <a:latin typeface="Consolas" panose="020B0609020204030204" pitchFamily="49" charset="0"/>
              </a:rPr>
              <a:t>void sort(int size, int *x){</a:t>
            </a:r>
          </a:p>
          <a:p>
            <a:pPr marL="457200" lvl="1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int i, j, temp;</a:t>
            </a:r>
          </a:p>
          <a:p>
            <a:pPr marL="457200" lvl="1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for(</a:t>
            </a:r>
            <a:r>
              <a:rPr lang="en-IN" sz="1800" dirty="0" err="1">
                <a:latin typeface="Consolas" panose="020B0609020204030204" pitchFamily="49" charset="0"/>
              </a:rPr>
              <a:t>i</a:t>
            </a:r>
            <a:r>
              <a:rPr lang="en-IN" sz="1800" dirty="0">
                <a:latin typeface="Consolas" panose="020B0609020204030204" pitchFamily="49" charset="0"/>
              </a:rPr>
              <a:t> = 1; </a:t>
            </a:r>
            <a:r>
              <a:rPr lang="en-IN" sz="1800" dirty="0" err="1">
                <a:latin typeface="Consolas" panose="020B0609020204030204" pitchFamily="49" charset="0"/>
              </a:rPr>
              <a:t>i</a:t>
            </a:r>
            <a:r>
              <a:rPr lang="en-IN" sz="1800" dirty="0">
                <a:latin typeface="Consolas" panose="020B0609020204030204" pitchFamily="49" charset="0"/>
              </a:rPr>
              <a:t> &lt; size; </a:t>
            </a:r>
            <a:r>
              <a:rPr lang="en-IN" sz="1800" dirty="0" err="1">
                <a:latin typeface="Consolas" panose="020B0609020204030204" pitchFamily="49" charset="0"/>
              </a:rPr>
              <a:t>i</a:t>
            </a:r>
            <a:r>
              <a:rPr lang="en-IN" sz="1800" dirty="0">
                <a:latin typeface="Consolas" panose="020B0609020204030204" pitchFamily="49" charset="0"/>
              </a:rPr>
              <a:t>++){</a:t>
            </a:r>
          </a:p>
          <a:p>
            <a:pPr marL="457200" lvl="1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	for(j = 1; j &lt; size; </a:t>
            </a:r>
            <a:r>
              <a:rPr lang="en-IN" sz="1800" dirty="0" err="1">
                <a:latin typeface="Consolas" panose="020B0609020204030204" pitchFamily="49" charset="0"/>
              </a:rPr>
              <a:t>j++</a:t>
            </a:r>
            <a:r>
              <a:rPr lang="en-IN" sz="1800" dirty="0">
                <a:latin typeface="Consolas" panose="020B0609020204030204" pitchFamily="49" charset="0"/>
              </a:rPr>
              <a:t>){</a:t>
            </a:r>
          </a:p>
          <a:p>
            <a:pPr marL="457200" lvl="1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		if(*(x+j-1) &gt;= *(</a:t>
            </a:r>
            <a:r>
              <a:rPr lang="en-IN" sz="1800" dirty="0" err="1">
                <a:latin typeface="Consolas" panose="020B0609020204030204" pitchFamily="49" charset="0"/>
              </a:rPr>
              <a:t>x+j</a:t>
            </a:r>
            <a:r>
              <a:rPr lang="en-IN" sz="1800" dirty="0">
                <a:latin typeface="Consolas" panose="020B0609020204030204" pitchFamily="49" charset="0"/>
              </a:rPr>
              <a:t>)){</a:t>
            </a:r>
          </a:p>
          <a:p>
            <a:pPr marL="457200" lvl="1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			temp = *(x+j-1);</a:t>
            </a:r>
          </a:p>
          <a:p>
            <a:pPr marL="457200" lvl="1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			*(x+j-1) = *(</a:t>
            </a:r>
            <a:r>
              <a:rPr lang="en-IN" sz="1800" dirty="0" err="1">
                <a:latin typeface="Consolas" panose="020B0609020204030204" pitchFamily="49" charset="0"/>
              </a:rPr>
              <a:t>x+j</a:t>
            </a:r>
            <a:r>
              <a:rPr lang="en-IN" sz="1800" dirty="0">
                <a:latin typeface="Consolas" panose="020B0609020204030204" pitchFamily="49" charset="0"/>
              </a:rPr>
              <a:t>);</a:t>
            </a:r>
          </a:p>
          <a:p>
            <a:pPr marL="457200" lvl="1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			*(</a:t>
            </a:r>
            <a:r>
              <a:rPr lang="en-IN" sz="1800" dirty="0" err="1">
                <a:latin typeface="Consolas" panose="020B0609020204030204" pitchFamily="49" charset="0"/>
              </a:rPr>
              <a:t>x+j</a:t>
            </a:r>
            <a:r>
              <a:rPr lang="en-IN" sz="1800" dirty="0">
                <a:latin typeface="Consolas" panose="020B0609020204030204" pitchFamily="49" charset="0"/>
              </a:rPr>
              <a:t>) = temp;</a:t>
            </a:r>
          </a:p>
          <a:p>
            <a:pPr marL="457200" lvl="1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		}</a:t>
            </a:r>
          </a:p>
          <a:p>
            <a:pPr marL="457200" lvl="1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	}</a:t>
            </a:r>
          </a:p>
          <a:p>
            <a:pPr marL="457200" lvl="1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10845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8D776-D642-BCF6-DE02-0E1F0A0F3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Function returning 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B17B5-9F46-A305-14B5-3FE4EBFAF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dirty="0"/>
              <a:t>Since pointers are a data type in C, we can also force a function to return a pointer to the calling function.</a:t>
            </a:r>
          </a:p>
          <a:p>
            <a:r>
              <a:rPr lang="en-IN" dirty="0">
                <a:latin typeface="Consolas" panose="020B0609020204030204" pitchFamily="49" charset="0"/>
              </a:rPr>
              <a:t>int* larger(int *, int *); //prototype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     main(){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int a = 10, b = 20, *p;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p = larger(&amp;a, &amp;b);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</a:t>
            </a:r>
            <a:r>
              <a:rPr lang="en-IN" dirty="0" err="1">
                <a:latin typeface="Consolas" panose="020B0609020204030204" pitchFamily="49" charset="0"/>
              </a:rPr>
              <a:t>printf</a:t>
            </a:r>
            <a:r>
              <a:rPr lang="en-IN" dirty="0">
                <a:latin typeface="Consolas" panose="020B0609020204030204" pitchFamily="49" charset="0"/>
              </a:rPr>
              <a:t>(“%d”, *p);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     }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     int* larger(int *x, int *y){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if(*x &gt; *y)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	return x;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else 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	return y;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    }</a:t>
            </a:r>
          </a:p>
        </p:txBody>
      </p:sp>
    </p:spTree>
    <p:extLst>
      <p:ext uri="{BB962C8B-B14F-4D97-AF65-F5344CB8AC3E}">
        <p14:creationId xmlns:p14="http://schemas.microsoft.com/office/powerpoint/2010/main" val="1429645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686A9-F5AA-9158-B3F3-67BB9FB71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Pointers to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5AAF3-808A-D1AA-9DD0-BB5E9B5DF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function, like a variable, has a type and an address location in the memory.</a:t>
            </a:r>
          </a:p>
          <a:p>
            <a:r>
              <a:rPr lang="en-IN" dirty="0"/>
              <a:t>Syntex:</a:t>
            </a:r>
          </a:p>
          <a:p>
            <a:pPr marL="457200" lvl="1" indent="0">
              <a:buNone/>
            </a:pPr>
            <a:r>
              <a:rPr lang="en-IN" dirty="0"/>
              <a:t>Type (*</a:t>
            </a:r>
            <a:r>
              <a:rPr lang="en-IN" dirty="0" err="1"/>
              <a:t>func_ptr</a:t>
            </a:r>
            <a:r>
              <a:rPr lang="en-IN" dirty="0"/>
              <a:t>)();</a:t>
            </a:r>
          </a:p>
        </p:txBody>
      </p:sp>
    </p:spTree>
    <p:extLst>
      <p:ext uri="{BB962C8B-B14F-4D97-AF65-F5344CB8AC3E}">
        <p14:creationId xmlns:p14="http://schemas.microsoft.com/office/powerpoint/2010/main" val="859627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535F5-022D-4FAA-58CF-7F7AE13C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1800" dirty="0">
                <a:solidFill>
                  <a:schemeClr val="accent5">
                    <a:lumMod val="50000"/>
                  </a:schemeClr>
                </a:solidFill>
              </a:rPr>
              <a:t>Continue…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8C9A4-730A-5770-6B8F-C53DE8529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Consolas" panose="020B0609020204030204" pitchFamily="49" charset="0"/>
              </a:rPr>
              <a:t>int add(int a, int b) {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return a + b;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}</a:t>
            </a:r>
          </a:p>
          <a:p>
            <a:pPr marL="0" indent="0"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int main() {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    int (*</a:t>
            </a:r>
            <a:r>
              <a:rPr lang="en-IN" sz="1800" dirty="0" err="1">
                <a:latin typeface="Consolas" panose="020B0609020204030204" pitchFamily="49" charset="0"/>
              </a:rPr>
              <a:t>func_ptr</a:t>
            </a:r>
            <a:r>
              <a:rPr lang="en-IN" sz="1800" dirty="0">
                <a:latin typeface="Consolas" panose="020B0609020204030204" pitchFamily="49" charset="0"/>
              </a:rPr>
              <a:t>)(int, int);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    </a:t>
            </a:r>
            <a:r>
              <a:rPr lang="en-IN" sz="1800" dirty="0" err="1">
                <a:latin typeface="Consolas" panose="020B0609020204030204" pitchFamily="49" charset="0"/>
              </a:rPr>
              <a:t>func_ptr</a:t>
            </a:r>
            <a:r>
              <a:rPr lang="en-IN" sz="1800" dirty="0">
                <a:latin typeface="Consolas" panose="020B0609020204030204" pitchFamily="49" charset="0"/>
              </a:rPr>
              <a:t> = &amp;add; 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    int result = (*</a:t>
            </a:r>
            <a:r>
              <a:rPr lang="en-IN" sz="1800" dirty="0" err="1">
                <a:latin typeface="Consolas" panose="020B0609020204030204" pitchFamily="49" charset="0"/>
              </a:rPr>
              <a:t>func_ptr</a:t>
            </a:r>
            <a:r>
              <a:rPr lang="en-IN" sz="1800" dirty="0">
                <a:latin typeface="Consolas" panose="020B0609020204030204" pitchFamily="49" charset="0"/>
              </a:rPr>
              <a:t>)(10, 20); 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  }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8096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74D09-46CE-F8B3-1430-DE26DF581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Compatibility and Casting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DD3E0-5723-9EFB-6161-0470F4858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We can make an explicit assignment between incompatible pointer types by using the cast operator.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sz="1800" dirty="0">
                <a:latin typeface="Consolas" panose="020B0609020204030204" pitchFamily="49" charset="0"/>
              </a:rPr>
              <a:t>int x = 10;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	char *p;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	p = (char *)&amp; x;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The p will point to the first byte of x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   Address   Value (hex)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   1000      00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   1001      0A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   </a:t>
            </a:r>
            <a:endParaRPr lang="en-IN"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634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ADA51-2B63-F861-2064-652DED1D0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1800" dirty="0">
                <a:solidFill>
                  <a:schemeClr val="accent5">
                    <a:lumMod val="50000"/>
                  </a:schemeClr>
                </a:solidFill>
              </a:rPr>
              <a:t>Continue…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3D28D-9285-4993-3429-C5C9E5CDC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The </a:t>
            </a: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void pointer </a:t>
            </a:r>
            <a:r>
              <a:rPr lang="en-IN" dirty="0"/>
              <a:t>is a generic pointer that can represent any type.</a:t>
            </a:r>
          </a:p>
          <a:p>
            <a:r>
              <a:rPr lang="en-IN" dirty="0"/>
              <a:t>void *</a:t>
            </a:r>
            <a:r>
              <a:rPr lang="en-IN" dirty="0" err="1"/>
              <a:t>vp</a:t>
            </a:r>
            <a:r>
              <a:rPr lang="en-IN" dirty="0"/>
              <a:t>;</a:t>
            </a:r>
          </a:p>
          <a:p>
            <a:r>
              <a:rPr lang="en-US" dirty="0"/>
              <a:t>You cannot write </a:t>
            </a:r>
            <a:r>
              <a:rPr lang="en-US" dirty="0" err="1"/>
              <a:t>ptr</a:t>
            </a:r>
            <a:r>
              <a:rPr lang="en-US" dirty="0"/>
              <a:t>++ or </a:t>
            </a:r>
            <a:r>
              <a:rPr lang="en-US" dirty="0" err="1"/>
              <a:t>ptr</a:t>
            </a:r>
            <a:r>
              <a:rPr lang="en-US" dirty="0"/>
              <a:t> + 1 because the compiler does not know how many bytes to increment.</a:t>
            </a:r>
          </a:p>
          <a:p>
            <a:r>
              <a:rPr lang="en-US" b="1" dirty="0">
                <a:solidFill>
                  <a:srgbClr val="7030A0"/>
                </a:solidFill>
              </a:rPr>
              <a:t>No Dereferencing: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/>
              <a:t>You cannot write *</a:t>
            </a:r>
            <a:r>
              <a:rPr lang="en-US" dirty="0" err="1"/>
              <a:t>ptr</a:t>
            </a:r>
            <a:r>
              <a:rPr lang="en-US" dirty="0"/>
              <a:t> to get a value. Since the compiler doesn't know the type, it doesn't know how many bytes to read or how to interpret the binary data.</a:t>
            </a:r>
          </a:p>
          <a:p>
            <a:r>
              <a:rPr lang="en-US" dirty="0"/>
              <a:t>To perform arithmetic or access the data, you must </a:t>
            </a:r>
            <a:r>
              <a:rPr lang="en-US" b="1" dirty="0">
                <a:solidFill>
                  <a:srgbClr val="7030A0"/>
                </a:solidFill>
              </a:rPr>
              <a:t>typecast</a:t>
            </a:r>
            <a:r>
              <a:rPr lang="en-US" dirty="0"/>
              <a:t> the void pointer to a specific pointer type. This tells the compiler exactly how to treat the memory.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762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B84B8-B58D-D3C1-E801-C7557A24A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1800" dirty="0"/>
              <a:t>Continue…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9A00D-5134-BF04-69C5-2CF7C65F6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standard library function malloc returns a void * because it allocates a block of raw memory and doesn't know what you intend to store in it. You must cast that address to the appropriate type to use it.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4877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597</Words>
  <Application>Microsoft Office PowerPoint</Application>
  <PresentationFormat>Widescreen</PresentationFormat>
  <Paragraphs>72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Consolas</vt:lpstr>
      <vt:lpstr>Office Theme</vt:lpstr>
      <vt:lpstr>Lecture 6</vt:lpstr>
      <vt:lpstr>Pointers as function arguments</vt:lpstr>
      <vt:lpstr>Continue…</vt:lpstr>
      <vt:lpstr>Function returning pointers</vt:lpstr>
      <vt:lpstr>Pointers to Functions</vt:lpstr>
      <vt:lpstr>Continue…</vt:lpstr>
      <vt:lpstr>Compatibility and Casting</vt:lpstr>
      <vt:lpstr>Continue…</vt:lpstr>
      <vt:lpstr>Continue…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Laraib Ahmad</dc:creator>
  <cp:lastModifiedBy>Laraib Ahmad</cp:lastModifiedBy>
  <cp:revision>1</cp:revision>
  <dcterms:created xsi:type="dcterms:W3CDTF">2026-02-01T12:21:23Z</dcterms:created>
  <dcterms:modified xsi:type="dcterms:W3CDTF">2026-02-01T16:04:17Z</dcterms:modified>
</cp:coreProperties>
</file>
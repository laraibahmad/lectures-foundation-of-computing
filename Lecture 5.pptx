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2aaae5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2aaae5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20b3ebc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20b3ebc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20b3ebc8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20b3ebc8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20b3ebc8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20b3ebc8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20b3ebc8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20b3ebc8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71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Pointers And Character String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har str[] = “good”;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har *str = “good”;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pointer_to_str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113" y="2226738"/>
            <a:ext cx="3629025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printf(“%s”, str);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puts(str)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Although str is a pointer to the string, it is also the name of the string.Therefore we don’t need indirection operator * 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the length of string using pointer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of Pointers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following line of code will reserve 75 bytes of memory.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har name[3][25];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</a:t>
            </a:r>
            <a:r>
              <a:rPr lang="en"/>
              <a:t>har *name[3] = { “New Zealand”, “Australia”, “India”};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Name[0] -&gt; New Zealand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Name[1] -&gt; Australia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Name[2] -&gt; India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Only 28 Bytes are needed to hold all the characters.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following statement would print all the three names.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for(i = 0; i &lt; 3; i++)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printf(“%s”, name[i]);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Difference b/w *p[3] and (*p)[3]. Since * has lower precedence than [].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*p[3] will declares p as an </a:t>
            </a:r>
            <a:r>
              <a:rPr lang="en"/>
              <a:t>array</a:t>
            </a:r>
            <a:r>
              <a:rPr lang="en"/>
              <a:t> of 3 pointers while (*p)[3] declares pointer to an array of three elements.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that returns multiple values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/>
              <a:t>oid mathoperation(int a, int b, int *sum, int *diff){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*sum = a+b;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*diff = a - b;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
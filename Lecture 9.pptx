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93EC5-17C5-430E-9A9B-3E6B1014C20C}" v="15" dt="2026-02-06T18:04:56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ib Ahmad" userId="5a1f338977023453" providerId="LiveId" clId="{A262E24F-9284-4ACC-83CC-4CD573968071}"/>
    <pc:docChg chg="undo custSel addSld modSld">
      <pc:chgData name="Laraib Ahmad" userId="5a1f338977023453" providerId="LiveId" clId="{A262E24F-9284-4ACC-83CC-4CD573968071}" dt="2026-02-06T18:05:48.222" v="879" actId="207"/>
      <pc:docMkLst>
        <pc:docMk/>
      </pc:docMkLst>
      <pc:sldChg chg="modSp new mod">
        <pc:chgData name="Laraib Ahmad" userId="5a1f338977023453" providerId="LiveId" clId="{A262E24F-9284-4ACC-83CC-4CD573968071}" dt="2026-02-06T16:36:17.580" v="10" actId="207"/>
        <pc:sldMkLst>
          <pc:docMk/>
          <pc:sldMk cId="2408993871" sldId="256"/>
        </pc:sldMkLst>
        <pc:spChg chg="mod">
          <ac:chgData name="Laraib Ahmad" userId="5a1f338977023453" providerId="LiveId" clId="{A262E24F-9284-4ACC-83CC-4CD573968071}" dt="2026-02-06T16:36:17.580" v="10" actId="207"/>
          <ac:spMkLst>
            <pc:docMk/>
            <pc:sldMk cId="2408993871" sldId="256"/>
            <ac:spMk id="2" creationId="{FB53CB82-1665-EBDB-3AE5-09425C8EEE13}"/>
          </ac:spMkLst>
        </pc:spChg>
      </pc:sldChg>
      <pc:sldChg chg="modSp new mod">
        <pc:chgData name="Laraib Ahmad" userId="5a1f338977023453" providerId="LiveId" clId="{A262E24F-9284-4ACC-83CC-4CD573968071}" dt="2026-02-06T17:36:55.516" v="168" actId="20577"/>
        <pc:sldMkLst>
          <pc:docMk/>
          <pc:sldMk cId="3422563673" sldId="257"/>
        </pc:sldMkLst>
        <pc:spChg chg="mod">
          <ac:chgData name="Laraib Ahmad" userId="5a1f338977023453" providerId="LiveId" clId="{A262E24F-9284-4ACC-83CC-4CD573968071}" dt="2026-02-06T16:36:48.017" v="44" actId="207"/>
          <ac:spMkLst>
            <pc:docMk/>
            <pc:sldMk cId="3422563673" sldId="257"/>
            <ac:spMk id="2" creationId="{D2C1854D-D615-5787-990E-65098628275C}"/>
          </ac:spMkLst>
        </pc:spChg>
        <pc:spChg chg="mod">
          <ac:chgData name="Laraib Ahmad" userId="5a1f338977023453" providerId="LiveId" clId="{A262E24F-9284-4ACC-83CC-4CD573968071}" dt="2026-02-06T17:36:55.516" v="168" actId="20577"/>
          <ac:spMkLst>
            <pc:docMk/>
            <pc:sldMk cId="3422563673" sldId="257"/>
            <ac:spMk id="3" creationId="{92593EB6-A2D7-1981-9FF4-2FAB5E2B7E94}"/>
          </ac:spMkLst>
        </pc:spChg>
      </pc:sldChg>
      <pc:sldChg chg="modSp new mod">
        <pc:chgData name="Laraib Ahmad" userId="5a1f338977023453" providerId="LiveId" clId="{A262E24F-9284-4ACC-83CC-4CD573968071}" dt="2026-02-06T17:38:59.164" v="311" actId="20577"/>
        <pc:sldMkLst>
          <pc:docMk/>
          <pc:sldMk cId="1966690876" sldId="258"/>
        </pc:sldMkLst>
        <pc:spChg chg="mod">
          <ac:chgData name="Laraib Ahmad" userId="5a1f338977023453" providerId="LiveId" clId="{A262E24F-9284-4ACC-83CC-4CD573968071}" dt="2026-02-06T16:52:08.286" v="127" actId="14100"/>
          <ac:spMkLst>
            <pc:docMk/>
            <pc:sldMk cId="1966690876" sldId="258"/>
            <ac:spMk id="2" creationId="{E77BDE59-E787-9881-95F2-5262FBE37F66}"/>
          </ac:spMkLst>
        </pc:spChg>
        <pc:spChg chg="mod">
          <ac:chgData name="Laraib Ahmad" userId="5a1f338977023453" providerId="LiveId" clId="{A262E24F-9284-4ACC-83CC-4CD573968071}" dt="2026-02-06T17:38:59.164" v="311" actId="20577"/>
          <ac:spMkLst>
            <pc:docMk/>
            <pc:sldMk cId="1966690876" sldId="258"/>
            <ac:spMk id="3" creationId="{CE8F69DD-41EE-E5E7-170D-87A4D734B239}"/>
          </ac:spMkLst>
        </pc:spChg>
      </pc:sldChg>
      <pc:sldChg chg="modSp new mod">
        <pc:chgData name="Laraib Ahmad" userId="5a1f338977023453" providerId="LiveId" clId="{A262E24F-9284-4ACC-83CC-4CD573968071}" dt="2026-02-06T17:45:12.721" v="510" actId="15"/>
        <pc:sldMkLst>
          <pc:docMk/>
          <pc:sldMk cId="2863683262" sldId="259"/>
        </pc:sldMkLst>
        <pc:spChg chg="mod">
          <ac:chgData name="Laraib Ahmad" userId="5a1f338977023453" providerId="LiveId" clId="{A262E24F-9284-4ACC-83CC-4CD573968071}" dt="2026-02-06T17:42:12.762" v="327" actId="255"/>
          <ac:spMkLst>
            <pc:docMk/>
            <pc:sldMk cId="2863683262" sldId="259"/>
            <ac:spMk id="2" creationId="{AFC63A1F-8350-81C3-4338-51CD39E4FD60}"/>
          </ac:spMkLst>
        </pc:spChg>
        <pc:spChg chg="mod">
          <ac:chgData name="Laraib Ahmad" userId="5a1f338977023453" providerId="LiveId" clId="{A262E24F-9284-4ACC-83CC-4CD573968071}" dt="2026-02-06T17:45:12.721" v="510" actId="15"/>
          <ac:spMkLst>
            <pc:docMk/>
            <pc:sldMk cId="2863683262" sldId="259"/>
            <ac:spMk id="3" creationId="{0D1F89AD-ACC3-11CD-D702-DA9FB40069CE}"/>
          </ac:spMkLst>
        </pc:spChg>
      </pc:sldChg>
      <pc:sldChg chg="addSp delSp modSp new mod">
        <pc:chgData name="Laraib Ahmad" userId="5a1f338977023453" providerId="LiveId" clId="{A262E24F-9284-4ACC-83CC-4CD573968071}" dt="2026-02-06T17:58:27.149" v="716" actId="20577"/>
        <pc:sldMkLst>
          <pc:docMk/>
          <pc:sldMk cId="3068819131" sldId="260"/>
        </pc:sldMkLst>
        <pc:spChg chg="mod">
          <ac:chgData name="Laraib Ahmad" userId="5a1f338977023453" providerId="LiveId" clId="{A262E24F-9284-4ACC-83CC-4CD573968071}" dt="2026-02-06T17:48:04.903" v="552" actId="207"/>
          <ac:spMkLst>
            <pc:docMk/>
            <pc:sldMk cId="3068819131" sldId="260"/>
            <ac:spMk id="2" creationId="{E4C56E9B-CD78-83A0-B7BB-D5D20BD6BC00}"/>
          </ac:spMkLst>
        </pc:spChg>
        <pc:spChg chg="mod">
          <ac:chgData name="Laraib Ahmad" userId="5a1f338977023453" providerId="LiveId" clId="{A262E24F-9284-4ACC-83CC-4CD573968071}" dt="2026-02-06T17:58:27.149" v="716" actId="20577"/>
          <ac:spMkLst>
            <pc:docMk/>
            <pc:sldMk cId="3068819131" sldId="260"/>
            <ac:spMk id="3" creationId="{2F8EED08-D57C-04CC-1418-12454EC2BA30}"/>
          </ac:spMkLst>
        </pc:spChg>
        <pc:spChg chg="add mod">
          <ac:chgData name="Laraib Ahmad" userId="5a1f338977023453" providerId="LiveId" clId="{A262E24F-9284-4ACC-83CC-4CD573968071}" dt="2026-02-06T17:56:00.492" v="627" actId="20577"/>
          <ac:spMkLst>
            <pc:docMk/>
            <pc:sldMk cId="3068819131" sldId="260"/>
            <ac:spMk id="4" creationId="{55A57BB8-7EAA-EE30-0A6D-E88EB0699C3D}"/>
          </ac:spMkLst>
        </pc:spChg>
        <pc:spChg chg="add del mod">
          <ac:chgData name="Laraib Ahmad" userId="5a1f338977023453" providerId="LiveId" clId="{A262E24F-9284-4ACC-83CC-4CD573968071}" dt="2026-02-06T17:53:54.103" v="578" actId="478"/>
          <ac:spMkLst>
            <pc:docMk/>
            <pc:sldMk cId="3068819131" sldId="260"/>
            <ac:spMk id="5" creationId="{BBE3D39B-1F50-7D08-EB29-6989490BC5B7}"/>
          </ac:spMkLst>
        </pc:spChg>
        <pc:spChg chg="add del mod">
          <ac:chgData name="Laraib Ahmad" userId="5a1f338977023453" providerId="LiveId" clId="{A262E24F-9284-4ACC-83CC-4CD573968071}" dt="2026-02-06T17:56:06.924" v="629"/>
          <ac:spMkLst>
            <pc:docMk/>
            <pc:sldMk cId="3068819131" sldId="260"/>
            <ac:spMk id="6" creationId="{F87AA12B-BABA-32B5-B5DB-F7BE189B0CA8}"/>
          </ac:spMkLst>
        </pc:spChg>
        <pc:spChg chg="add del mod">
          <ac:chgData name="Laraib Ahmad" userId="5a1f338977023453" providerId="LiveId" clId="{A262E24F-9284-4ACC-83CC-4CD573968071}" dt="2026-02-06T17:56:06.929" v="631"/>
          <ac:spMkLst>
            <pc:docMk/>
            <pc:sldMk cId="3068819131" sldId="260"/>
            <ac:spMk id="7" creationId="{4F1E79C6-72BD-C84F-A823-D59144788389}"/>
          </ac:spMkLst>
        </pc:spChg>
        <pc:spChg chg="add mod">
          <ac:chgData name="Laraib Ahmad" userId="5a1f338977023453" providerId="LiveId" clId="{A262E24F-9284-4ACC-83CC-4CD573968071}" dt="2026-02-06T17:55:40.513" v="606" actId="1076"/>
          <ac:spMkLst>
            <pc:docMk/>
            <pc:sldMk cId="3068819131" sldId="260"/>
            <ac:spMk id="8" creationId="{18EF9868-BB16-7353-696C-4E11C00E17F8}"/>
          </ac:spMkLst>
        </pc:spChg>
      </pc:sldChg>
      <pc:sldChg chg="modSp new mod">
        <pc:chgData name="Laraib Ahmad" userId="5a1f338977023453" providerId="LiveId" clId="{A262E24F-9284-4ACC-83CC-4CD573968071}" dt="2026-02-06T18:02:52.809" v="805" actId="20577"/>
        <pc:sldMkLst>
          <pc:docMk/>
          <pc:sldMk cId="2384676081" sldId="261"/>
        </pc:sldMkLst>
        <pc:spChg chg="mod">
          <ac:chgData name="Laraib Ahmad" userId="5a1f338977023453" providerId="LiveId" clId="{A262E24F-9284-4ACC-83CC-4CD573968071}" dt="2026-02-06T17:59:03.989" v="733" actId="14100"/>
          <ac:spMkLst>
            <pc:docMk/>
            <pc:sldMk cId="2384676081" sldId="261"/>
            <ac:spMk id="2" creationId="{D0159275-649A-AEE6-1855-578137C2EAEC}"/>
          </ac:spMkLst>
        </pc:spChg>
        <pc:spChg chg="mod">
          <ac:chgData name="Laraib Ahmad" userId="5a1f338977023453" providerId="LiveId" clId="{A262E24F-9284-4ACC-83CC-4CD573968071}" dt="2026-02-06T18:02:52.809" v="805" actId="20577"/>
          <ac:spMkLst>
            <pc:docMk/>
            <pc:sldMk cId="2384676081" sldId="261"/>
            <ac:spMk id="3" creationId="{C6AD3CFE-6AE3-1F94-357B-257A9F4DC2BF}"/>
          </ac:spMkLst>
        </pc:spChg>
      </pc:sldChg>
      <pc:sldChg chg="modSp new mod">
        <pc:chgData name="Laraib Ahmad" userId="5a1f338977023453" providerId="LiveId" clId="{A262E24F-9284-4ACC-83CC-4CD573968071}" dt="2026-02-06T18:05:48.222" v="879" actId="207"/>
        <pc:sldMkLst>
          <pc:docMk/>
          <pc:sldMk cId="3361893240" sldId="262"/>
        </pc:sldMkLst>
        <pc:spChg chg="mod">
          <ac:chgData name="Laraib Ahmad" userId="5a1f338977023453" providerId="LiveId" clId="{A262E24F-9284-4ACC-83CC-4CD573968071}" dt="2026-02-06T18:05:48.222" v="879" actId="207"/>
          <ac:spMkLst>
            <pc:docMk/>
            <pc:sldMk cId="3361893240" sldId="262"/>
            <ac:spMk id="2" creationId="{DF49C52E-B013-9A1C-965D-47E2967E5B39}"/>
          </ac:spMkLst>
        </pc:spChg>
        <pc:spChg chg="mod">
          <ac:chgData name="Laraib Ahmad" userId="5a1f338977023453" providerId="LiveId" clId="{A262E24F-9284-4ACC-83CC-4CD573968071}" dt="2026-02-06T18:05:30.896" v="859" actId="20577"/>
          <ac:spMkLst>
            <pc:docMk/>
            <pc:sldMk cId="3361893240" sldId="262"/>
            <ac:spMk id="3" creationId="{04A6EE3C-A0E3-A8A1-26F5-B85ACD5796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D6DF-336F-E4D3-2A1A-3FBBC1152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F4C9B-41E7-9D88-C70F-9AE36B14A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0E87C-D05B-8F71-2303-3404722B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10658-AD50-7A76-FB96-DAA09017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ECC4-9457-BAFC-454F-3D59B51E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82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B1D5-88B3-ED36-A016-D528E985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B0EDD-B796-1C2F-8699-3324C0CA2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1DDE-C524-C5FF-EB9A-E6531B33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C2BD4-38ED-9916-DB1B-9F1DD81D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09C3-820B-B97D-B97F-7B9A86CC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81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0F94-97FF-194C-4F96-E96466D3C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BBBAE-56BE-A598-8BD3-91E021B5D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45C41-20AC-E3E8-92D4-2FDC3BA5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10C6C-2D20-5327-8D11-C9957751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B6DE0-AD0E-D0AC-56C8-7F968E45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53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4B5D-DF1F-97AB-0EFA-3C2A387A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4C993-5919-9E61-03F2-4DAD66AF6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C371B-4F5E-19D9-134D-D4D3FE05E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15B58-F9E7-B25D-B57A-83CF05CE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2A635-E577-3CAE-4D53-D5FC4A48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FC23B-EEED-26A1-AC82-0934E80D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32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6D8E-48A3-424A-CBE8-E7F62333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5EF03-9F27-F267-D18F-5AA69AC7B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8B08C-4BDD-F197-3822-EBC57C4BB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2679E-AFE0-BBF4-EAF1-5E2841DDE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EB5CA-ABF1-8901-E990-9B43E8CC8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31803-2F31-7445-B68F-835F3CF5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0187E-027A-0ECE-CEAE-20E2D068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435710-F940-84B3-6E43-B35B0007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5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B2D-8A5B-D39E-C702-20EA9B71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2918A-FDA8-9CB0-3866-A77E84FA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FE5E1-A930-BF8E-3F30-72732F5C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74498-2190-5C30-C2CE-B8D0047C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6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02C6C-75B5-23E3-F5C2-C22B6DE0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9026E-9A8F-F27C-E5D6-2F5DACEC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3A9D-7CAA-9531-D28E-B11395D9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0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5A43-31B9-7EEA-E1B1-808D1163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DE47-7821-FE5E-4D56-3E06FAF08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6E943-C9AF-F327-93F8-AFBFD9076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0671F-340F-2547-5ECF-D9CE5192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B2BF-C056-03FF-222D-C91BA0C2F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1B22-7B11-C6B3-414F-FE937739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85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0F23-58CA-54EC-C447-01B1690E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E9598-3143-76D3-64CF-7F7E59F70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20C9F-B437-35F1-1CBC-49C025439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D2DCD-D458-7D91-BB40-190D5436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9270A-E12A-B5FC-5309-CA053538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6BB73-1E10-7520-1BAD-BC110C3A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3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C946-54C4-3DEC-98EE-149015DA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F2253-D766-F7A8-2110-4DD8B6AFB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674EF-5972-E45E-EB7C-0735B9D4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3C2CE-FEEE-FE72-ED47-C02E8D56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C9159-C572-752C-4026-183513FD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52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DF453-0E21-0311-315F-E106E98FF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4C3F-C58F-11A5-6DD1-D0B938985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79A09-D439-DA20-DFC3-5EF3FD34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D3C8-89B0-243A-71EA-76949998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AEFD6-A29D-E984-6B12-604B3064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590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A146A-5A99-5517-6685-04600B58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F7C08-ED05-8F24-7F03-12280B3D5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96B2-AFF0-D6FC-34F9-1E3573C7B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A55FA-676B-47CA-ACAD-71584CBCA53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2C586-D298-2F9A-26A2-EBACC9F90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28E3F-B838-F27F-B769-D7C823EC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A5E4-E171-46FF-B099-25DAA6E79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94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CB82-1665-EBDB-3AE5-09425C8EE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Lecture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74A45-A109-114D-974B-7179DCF3F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9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854D-D615-5787-990E-65098628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Input/Output Operations 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3EB6-A2D7-1981-9FF4-2FAB5E2B7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/>
          </a:bodyPr>
          <a:lstStyle/>
          <a:p>
            <a:r>
              <a:rPr lang="en-IN" dirty="0" err="1"/>
              <a:t>putc</a:t>
            </a:r>
            <a:r>
              <a:rPr lang="en-IN" dirty="0"/>
              <a:t>(character, </a:t>
            </a:r>
            <a:r>
              <a:rPr lang="en-IN" dirty="0" err="1"/>
              <a:t>file_pointer</a:t>
            </a:r>
            <a:r>
              <a:rPr lang="en-IN" dirty="0"/>
              <a:t>); It writes one character in file</a:t>
            </a:r>
          </a:p>
          <a:p>
            <a:pPr marL="0" indent="0">
              <a:buNone/>
            </a:pPr>
            <a:r>
              <a:rPr lang="en-IN" dirty="0"/>
              <a:t>Example -&gt;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1800" dirty="0">
                <a:latin typeface="Consolas" panose="020B0609020204030204" pitchFamily="49" charset="0"/>
              </a:rPr>
              <a:t>#include &lt;</a:t>
            </a:r>
            <a:r>
              <a:rPr lang="en-IN" sz="1800" dirty="0" err="1">
                <a:latin typeface="Consolas" panose="020B0609020204030204" pitchFamily="49" charset="0"/>
              </a:rPr>
              <a:t>stdio.h</a:t>
            </a:r>
            <a:r>
              <a:rPr lang="en-IN" sz="1800" dirty="0">
                <a:latin typeface="Consolas" panose="020B0609020204030204" pitchFamily="49" charset="0"/>
              </a:rPr>
              <a:t>&gt;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int main() {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FILE *fp1;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char c = 'H';</a:t>
            </a:r>
          </a:p>
          <a:p>
            <a:pPr marL="914400" lvl="2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fp1 = </a:t>
            </a:r>
            <a:r>
              <a:rPr lang="en-IN" sz="1800" dirty="0" err="1">
                <a:latin typeface="Consolas" panose="020B0609020204030204" pitchFamily="49" charset="0"/>
              </a:rPr>
              <a:t>fopen</a:t>
            </a:r>
            <a:r>
              <a:rPr lang="en-IN" sz="1800" dirty="0">
                <a:latin typeface="Consolas" panose="020B0609020204030204" pitchFamily="49" charset="0"/>
              </a:rPr>
              <a:t>("test.txt", "w");  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latin typeface="Consolas" panose="020B0609020204030204" pitchFamily="49" charset="0"/>
              </a:rPr>
              <a:t>putc</a:t>
            </a:r>
            <a:r>
              <a:rPr lang="en-IN" sz="1800" dirty="0">
                <a:latin typeface="Consolas" panose="020B0609020204030204" pitchFamily="49" charset="0"/>
              </a:rPr>
              <a:t>(c, fp1);                  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latin typeface="Consolas" panose="020B0609020204030204" pitchFamily="49" charset="0"/>
              </a:rPr>
              <a:t>fclose</a:t>
            </a:r>
            <a:r>
              <a:rPr lang="en-IN" sz="1800" dirty="0">
                <a:latin typeface="Consolas" panose="020B0609020204030204" pitchFamily="49" charset="0"/>
              </a:rPr>
              <a:t>(fp1);                   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return 0;</a:t>
            </a:r>
          </a:p>
          <a:p>
            <a:pPr marL="914400" lvl="2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563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DE59-E787-9881-95F2-5262FBE3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75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69DD-41EE-E5E7-170D-87A4D734B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c = </a:t>
            </a:r>
            <a:r>
              <a:rPr lang="en-IN" dirty="0" err="1"/>
              <a:t>getc</a:t>
            </a:r>
            <a:r>
              <a:rPr lang="en-IN" dirty="0"/>
              <a:t>(fp2); //It reads one character from beginning of the file.</a:t>
            </a: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#include &lt;</a:t>
            </a:r>
            <a:r>
              <a:rPr lang="en-IN" sz="2600" dirty="0" err="1">
                <a:latin typeface="Consolas" panose="020B0609020204030204" pitchFamily="49" charset="0"/>
              </a:rPr>
              <a:t>stdio.h</a:t>
            </a:r>
            <a:r>
              <a:rPr lang="en-IN" sz="26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sz="2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FILE *fp2;</a:t>
            </a: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char c;</a:t>
            </a:r>
          </a:p>
          <a:p>
            <a:pPr marL="0" indent="0">
              <a:buNone/>
            </a:pPr>
            <a:endParaRPr lang="en-IN" sz="2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fp2 = </a:t>
            </a:r>
            <a:r>
              <a:rPr lang="en-IN" sz="2600" dirty="0" err="1">
                <a:latin typeface="Consolas" panose="020B0609020204030204" pitchFamily="49" charset="0"/>
              </a:rPr>
              <a:t>fopen</a:t>
            </a:r>
            <a:r>
              <a:rPr lang="en-IN" sz="2600" dirty="0">
                <a:latin typeface="Consolas" panose="020B0609020204030204" pitchFamily="49" charset="0"/>
              </a:rPr>
              <a:t>("test.txt", "r");</a:t>
            </a:r>
          </a:p>
          <a:p>
            <a:pPr marL="0" indent="0">
              <a:buNone/>
            </a:pPr>
            <a:endParaRPr lang="en-IN" sz="2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c = </a:t>
            </a:r>
            <a:r>
              <a:rPr lang="en-IN" sz="2600" dirty="0" err="1">
                <a:latin typeface="Consolas" panose="020B0609020204030204" pitchFamily="49" charset="0"/>
              </a:rPr>
              <a:t>getc</a:t>
            </a:r>
            <a:r>
              <a:rPr lang="en-IN" sz="2600" dirty="0">
                <a:latin typeface="Consolas" panose="020B0609020204030204" pitchFamily="49" charset="0"/>
              </a:rPr>
              <a:t>(fp2);             </a:t>
            </a: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</a:t>
            </a:r>
            <a:r>
              <a:rPr lang="en-IN" sz="2600" dirty="0" err="1">
                <a:latin typeface="Consolas" panose="020B0609020204030204" pitchFamily="49" charset="0"/>
              </a:rPr>
              <a:t>printf</a:t>
            </a:r>
            <a:r>
              <a:rPr lang="en-IN" sz="2600" dirty="0">
                <a:latin typeface="Consolas" panose="020B0609020204030204" pitchFamily="49" charset="0"/>
              </a:rPr>
              <a:t>("%c", c);</a:t>
            </a:r>
          </a:p>
          <a:p>
            <a:pPr marL="0" indent="0">
              <a:buNone/>
            </a:pPr>
            <a:endParaRPr lang="en-IN" sz="2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</a:t>
            </a:r>
            <a:r>
              <a:rPr lang="en-IN" sz="2600" dirty="0" err="1">
                <a:latin typeface="Consolas" panose="020B0609020204030204" pitchFamily="49" charset="0"/>
              </a:rPr>
              <a:t>fclose</a:t>
            </a:r>
            <a:r>
              <a:rPr lang="en-IN" sz="2600" dirty="0">
                <a:latin typeface="Consolas" panose="020B0609020204030204" pitchFamily="49" charset="0"/>
              </a:rPr>
              <a:t>(fp2);</a:t>
            </a: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IN" sz="2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69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3A1F-8350-81C3-4338-51CD39E4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75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F89AD-ACC3-11CD-D702-DA9FB4006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getc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dirty="0"/>
              <a:t>returns and end-of-file marker EOF, when end of the file has been reached. Therefore, the reading should be terminated when EOF is encountered.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char c;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while ((c = </a:t>
            </a:r>
            <a:r>
              <a:rPr lang="en-US" sz="1800" dirty="0" err="1">
                <a:latin typeface="Consolas" panose="020B0609020204030204" pitchFamily="49" charset="0"/>
              </a:rPr>
              <a:t>getc</a:t>
            </a:r>
            <a:r>
              <a:rPr lang="en-US" sz="1800" dirty="0">
                <a:latin typeface="Consolas" panose="020B0609020204030204" pitchFamily="49" charset="0"/>
              </a:rPr>
              <a:t>(fp2)) != EOF)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("%c", c);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68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6E9B-CD78-83A0-B7BB-D5D20BD6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getw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and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putw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ED08-D57C-04CC-1418-12454EC2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IN" dirty="0" err="1"/>
              <a:t>getw</a:t>
            </a:r>
            <a:r>
              <a:rPr lang="en-IN" dirty="0"/>
              <a:t> is used to read </a:t>
            </a:r>
            <a:r>
              <a:rPr lang="en-IN" dirty="0" err="1"/>
              <a:t>interger</a:t>
            </a:r>
            <a:r>
              <a:rPr lang="en-IN" dirty="0"/>
              <a:t> value from the file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#include &lt;</a:t>
            </a:r>
            <a:r>
              <a:rPr lang="en-IN" dirty="0" err="1">
                <a:latin typeface="Consolas" panose="020B0609020204030204" pitchFamily="49" charset="0"/>
              </a:rPr>
              <a:t>stdio.h</a:t>
            </a:r>
            <a:r>
              <a:rPr lang="en-IN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FILE *</a:t>
            </a:r>
            <a:r>
              <a:rPr lang="en-IN" dirty="0" err="1">
                <a:latin typeface="Consolas" panose="020B0609020204030204" pitchFamily="49" charset="0"/>
              </a:rPr>
              <a:t>fp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int x;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 err="1">
                <a:latin typeface="Consolas" panose="020B0609020204030204" pitchFamily="49" charset="0"/>
              </a:rPr>
              <a:t>fp</a:t>
            </a:r>
            <a:r>
              <a:rPr lang="en-IN" dirty="0">
                <a:latin typeface="Consolas" panose="020B0609020204030204" pitchFamily="49" charset="0"/>
              </a:rPr>
              <a:t> = </a:t>
            </a:r>
            <a:r>
              <a:rPr lang="en-IN" dirty="0" err="1">
                <a:latin typeface="Consolas" panose="020B0609020204030204" pitchFamily="49" charset="0"/>
              </a:rPr>
              <a:t>fopen</a:t>
            </a:r>
            <a:r>
              <a:rPr lang="en-IN" dirty="0">
                <a:latin typeface="Consolas" panose="020B0609020204030204" pitchFamily="49" charset="0"/>
              </a:rPr>
              <a:t>("num.txt", "r");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x = </a:t>
            </a:r>
            <a:r>
              <a:rPr lang="en-IN" dirty="0" err="1">
                <a:latin typeface="Consolas" panose="020B0609020204030204" pitchFamily="49" charset="0"/>
              </a:rPr>
              <a:t>getw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fp</a:t>
            </a:r>
            <a:r>
              <a:rPr lang="en-IN" dirty="0">
                <a:latin typeface="Consolas" panose="020B0609020204030204" pitchFamily="49" charset="0"/>
              </a:rPr>
              <a:t>);    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 err="1"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("%d", x);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 err="1">
                <a:latin typeface="Consolas" panose="020B0609020204030204" pitchFamily="49" charset="0"/>
              </a:rPr>
              <a:t>fclose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fp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57BB8-7EAA-EE30-0A6D-E88EB0699C3D}"/>
              </a:ext>
            </a:extLst>
          </p:cNvPr>
          <p:cNvSpPr txBox="1"/>
          <p:nvPr/>
        </p:nvSpPr>
        <p:spPr>
          <a:xfrm>
            <a:off x="8734731" y="2731576"/>
            <a:ext cx="212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00FFFF"/>
                </a:highlight>
              </a:rPr>
              <a:t>100 200 300 400 500 600 700 800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F9868-BB16-7353-696C-4E11C00E17F8}"/>
              </a:ext>
            </a:extLst>
          </p:cNvPr>
          <p:cNvSpPr txBox="1"/>
          <p:nvPr/>
        </p:nvSpPr>
        <p:spPr>
          <a:xfrm>
            <a:off x="8758084" y="3244334"/>
            <a:ext cx="138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Number.txt</a:t>
            </a:r>
          </a:p>
        </p:txBody>
      </p:sp>
    </p:spTree>
    <p:extLst>
      <p:ext uri="{BB962C8B-B14F-4D97-AF65-F5344CB8AC3E}">
        <p14:creationId xmlns:p14="http://schemas.microsoft.com/office/powerpoint/2010/main" val="306881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9275-649A-AEE6-1855-578137C2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1456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75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D3CFE-6AE3-1F94-357B-257A9F4DC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755"/>
            <a:ext cx="10515600" cy="545920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putw</a:t>
            </a:r>
            <a:r>
              <a:rPr lang="en-US" dirty="0"/>
              <a:t>(</a:t>
            </a:r>
            <a:r>
              <a:rPr lang="en-US" dirty="0" err="1"/>
              <a:t>int_value</a:t>
            </a:r>
            <a:r>
              <a:rPr lang="en-US" dirty="0"/>
              <a:t>, FILE *</a:t>
            </a:r>
            <a:r>
              <a:rPr lang="en-US" dirty="0" err="1"/>
              <a:t>fp</a:t>
            </a:r>
            <a:r>
              <a:rPr lang="en-US" dirty="0"/>
              <a:t>);</a:t>
            </a:r>
          </a:p>
          <a:p>
            <a:r>
              <a:rPr lang="en-IN" dirty="0" err="1"/>
              <a:t>putw</a:t>
            </a:r>
            <a:r>
              <a:rPr lang="en-IN" dirty="0"/>
              <a:t> writes integer value in file</a:t>
            </a: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#include &lt;</a:t>
            </a:r>
            <a:r>
              <a:rPr lang="en-IN" sz="2100" dirty="0" err="1">
                <a:latin typeface="Consolas" panose="020B0609020204030204" pitchFamily="49" charset="0"/>
              </a:rPr>
              <a:t>stdio.h</a:t>
            </a:r>
            <a:r>
              <a:rPr lang="en-IN" sz="21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IN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    FILE *</a:t>
            </a:r>
            <a:r>
              <a:rPr lang="en-IN" sz="2100" dirty="0" err="1">
                <a:latin typeface="Consolas" panose="020B0609020204030204" pitchFamily="49" charset="0"/>
              </a:rPr>
              <a:t>fp</a:t>
            </a:r>
            <a:r>
              <a:rPr lang="en-IN" sz="2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    int x = 100;</a:t>
            </a:r>
          </a:p>
          <a:p>
            <a:pPr marL="0" indent="0">
              <a:buNone/>
            </a:pPr>
            <a:endParaRPr lang="en-IN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    </a:t>
            </a:r>
            <a:r>
              <a:rPr lang="en-IN" sz="2100" dirty="0" err="1">
                <a:latin typeface="Consolas" panose="020B0609020204030204" pitchFamily="49" charset="0"/>
              </a:rPr>
              <a:t>fp</a:t>
            </a:r>
            <a:r>
              <a:rPr lang="en-IN" sz="2100" dirty="0">
                <a:latin typeface="Consolas" panose="020B0609020204030204" pitchFamily="49" charset="0"/>
              </a:rPr>
              <a:t> = </a:t>
            </a:r>
            <a:r>
              <a:rPr lang="en-IN" sz="2100" dirty="0" err="1">
                <a:latin typeface="Consolas" panose="020B0609020204030204" pitchFamily="49" charset="0"/>
              </a:rPr>
              <a:t>fopen</a:t>
            </a:r>
            <a:r>
              <a:rPr lang="en-IN" sz="2100" dirty="0">
                <a:latin typeface="Consolas" panose="020B0609020204030204" pitchFamily="49" charset="0"/>
              </a:rPr>
              <a:t>("num.txt", "w");</a:t>
            </a: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    </a:t>
            </a:r>
            <a:r>
              <a:rPr lang="en-IN" sz="2100" dirty="0" err="1">
                <a:latin typeface="Consolas" panose="020B0609020204030204" pitchFamily="49" charset="0"/>
              </a:rPr>
              <a:t>putw</a:t>
            </a:r>
            <a:r>
              <a:rPr lang="en-IN" sz="2100" dirty="0">
                <a:latin typeface="Consolas" panose="020B0609020204030204" pitchFamily="49" charset="0"/>
              </a:rPr>
              <a:t>(x, </a:t>
            </a:r>
            <a:r>
              <a:rPr lang="en-IN" sz="2100" dirty="0" err="1">
                <a:latin typeface="Consolas" panose="020B0609020204030204" pitchFamily="49" charset="0"/>
              </a:rPr>
              <a:t>fp</a:t>
            </a:r>
            <a:r>
              <a:rPr lang="en-IN" sz="2100" dirty="0">
                <a:latin typeface="Consolas" panose="020B0609020204030204" pitchFamily="49" charset="0"/>
              </a:rPr>
              <a:t>);    </a:t>
            </a: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    </a:t>
            </a:r>
            <a:r>
              <a:rPr lang="en-IN" sz="2100" dirty="0" err="1">
                <a:latin typeface="Consolas" panose="020B0609020204030204" pitchFamily="49" charset="0"/>
              </a:rPr>
              <a:t>fclose</a:t>
            </a:r>
            <a:r>
              <a:rPr lang="en-IN" sz="2100" dirty="0">
                <a:latin typeface="Consolas" panose="020B0609020204030204" pitchFamily="49" charset="0"/>
              </a:rPr>
              <a:t>(</a:t>
            </a:r>
            <a:r>
              <a:rPr lang="en-IN" sz="2100" dirty="0" err="1">
                <a:latin typeface="Consolas" panose="020B0609020204030204" pitchFamily="49" charset="0"/>
              </a:rPr>
              <a:t>fp</a:t>
            </a:r>
            <a:r>
              <a:rPr lang="en-IN" sz="2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IN" sz="21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676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9C52E-B013-9A1C-965D-47E2967E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0617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75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6EE3C-A0E3-A8A1-26F5-B85ACD579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555"/>
            <a:ext cx="10515600" cy="5154408"/>
          </a:xfrm>
        </p:spPr>
        <p:txBody>
          <a:bodyPr/>
          <a:lstStyle/>
          <a:p>
            <a:r>
              <a:rPr lang="nn-NO" sz="1800" dirty="0">
                <a:latin typeface="Consolas" panose="020B0609020204030204" pitchFamily="49" charset="0"/>
              </a:rPr>
              <a:t>Writing array of integers on file</a:t>
            </a:r>
          </a:p>
          <a:p>
            <a:pPr marL="0" indent="0">
              <a:buNone/>
            </a:pPr>
            <a:r>
              <a:rPr lang="nn-NO" sz="1800" dirty="0">
                <a:latin typeface="Consolas" panose="020B0609020204030204" pitchFamily="49" charset="0"/>
              </a:rPr>
              <a:t>int a[] = {10, 20, 30};</a:t>
            </a:r>
          </a:p>
          <a:p>
            <a:pPr marL="0" indent="0">
              <a:buNone/>
            </a:pPr>
            <a:r>
              <a:rPr lang="nn-NO" sz="1800" dirty="0">
                <a:latin typeface="Consolas" panose="020B0609020204030204" pitchFamily="49" charset="0"/>
              </a:rPr>
              <a:t>for(int i = 0; i &lt; 3; i++) {</a:t>
            </a:r>
          </a:p>
          <a:p>
            <a:pPr marL="0" indent="0">
              <a:buNone/>
            </a:pPr>
            <a:r>
              <a:rPr lang="nn-NO" sz="1800" dirty="0">
                <a:latin typeface="Consolas" panose="020B0609020204030204" pitchFamily="49" charset="0"/>
              </a:rPr>
              <a:t>    putw(a[i], fp);</a:t>
            </a:r>
          </a:p>
          <a:p>
            <a:pPr marL="0" indent="0">
              <a:buNone/>
            </a:pPr>
            <a:r>
              <a:rPr lang="nn-NO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9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398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Lecture 9</vt:lpstr>
      <vt:lpstr>Input/Output Operations on Files</vt:lpstr>
      <vt:lpstr>Continue…</vt:lpstr>
      <vt:lpstr>Continue…</vt:lpstr>
      <vt:lpstr>getw and putw Functions</vt:lpstr>
      <vt:lpstr>Continue…</vt:lpstr>
      <vt:lpstr>Continue…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Laraib Ahmad</dc:creator>
  <cp:lastModifiedBy>Laraib Ahmad</cp:lastModifiedBy>
  <cp:revision>1</cp:revision>
  <dcterms:created xsi:type="dcterms:W3CDTF">2026-02-06T16:35:23Z</dcterms:created>
  <dcterms:modified xsi:type="dcterms:W3CDTF">2026-02-06T18:05:56Z</dcterms:modified>
</cp:coreProperties>
</file>
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8CFA3-7054-47E0-9177-7A4E5AEB1447}" v="4" dt="2026-01-19T17:07:29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ib Ahmad" userId="5a1f338977023453" providerId="LiveId" clId="{A262E24F-9284-4ACC-83CC-4CD573968071}"/>
    <pc:docChg chg="undo custSel addSld modSld">
      <pc:chgData name="Laraib Ahmad" userId="5a1f338977023453" providerId="LiveId" clId="{A262E24F-9284-4ACC-83CC-4CD573968071}" dt="2026-01-19T17:09:31.923" v="1574" actId="1076"/>
      <pc:docMkLst>
        <pc:docMk/>
      </pc:docMkLst>
      <pc:sldChg chg="modSp new mod">
        <pc:chgData name="Laraib Ahmad" userId="5a1f338977023453" providerId="LiveId" clId="{A262E24F-9284-4ACC-83CC-4CD573968071}" dt="2026-01-19T16:19:47.321" v="11" actId="122"/>
        <pc:sldMkLst>
          <pc:docMk/>
          <pc:sldMk cId="2247699172" sldId="256"/>
        </pc:sldMkLst>
        <pc:spChg chg="mod">
          <ac:chgData name="Laraib Ahmad" userId="5a1f338977023453" providerId="LiveId" clId="{A262E24F-9284-4ACC-83CC-4CD573968071}" dt="2026-01-19T16:19:47.321" v="11" actId="122"/>
          <ac:spMkLst>
            <pc:docMk/>
            <pc:sldMk cId="2247699172" sldId="256"/>
            <ac:spMk id="2" creationId="{CC21D9DD-2597-5DFF-375C-E249E26ECF46}"/>
          </ac:spMkLst>
        </pc:spChg>
      </pc:sldChg>
      <pc:sldChg chg="addSp delSp modSp new mod">
        <pc:chgData name="Laraib Ahmad" userId="5a1f338977023453" providerId="LiveId" clId="{A262E24F-9284-4ACC-83CC-4CD573968071}" dt="2026-01-19T16:28:40.144" v="56" actId="14100"/>
        <pc:sldMkLst>
          <pc:docMk/>
          <pc:sldMk cId="3860345431" sldId="257"/>
        </pc:sldMkLst>
        <pc:spChg chg="mod">
          <ac:chgData name="Laraib Ahmad" userId="5a1f338977023453" providerId="LiveId" clId="{A262E24F-9284-4ACC-83CC-4CD573968071}" dt="2026-01-19T16:21:23.764" v="51" actId="122"/>
          <ac:spMkLst>
            <pc:docMk/>
            <pc:sldMk cId="3860345431" sldId="257"/>
            <ac:spMk id="2" creationId="{28358807-2D2D-D45E-F25A-8D6186A67955}"/>
          </ac:spMkLst>
        </pc:spChg>
        <pc:spChg chg="del">
          <ac:chgData name="Laraib Ahmad" userId="5a1f338977023453" providerId="LiveId" clId="{A262E24F-9284-4ACC-83CC-4CD573968071}" dt="2026-01-19T16:28:26.412" v="52" actId="931"/>
          <ac:spMkLst>
            <pc:docMk/>
            <pc:sldMk cId="3860345431" sldId="257"/>
            <ac:spMk id="3" creationId="{85227162-2421-A488-DAEB-ABEC21F1E5DA}"/>
          </ac:spMkLst>
        </pc:spChg>
        <pc:picChg chg="add mod">
          <ac:chgData name="Laraib Ahmad" userId="5a1f338977023453" providerId="LiveId" clId="{A262E24F-9284-4ACC-83CC-4CD573968071}" dt="2026-01-19T16:28:40.144" v="56" actId="14100"/>
          <ac:picMkLst>
            <pc:docMk/>
            <pc:sldMk cId="3860345431" sldId="257"/>
            <ac:picMk id="5" creationId="{EB2D7EE3-56BB-0AAD-86AB-0828B3A36DBB}"/>
          </ac:picMkLst>
        </pc:picChg>
      </pc:sldChg>
      <pc:sldChg chg="modSp new mod">
        <pc:chgData name="Laraib Ahmad" userId="5a1f338977023453" providerId="LiveId" clId="{A262E24F-9284-4ACC-83CC-4CD573968071}" dt="2026-01-19T16:38:30.662" v="467" actId="20577"/>
        <pc:sldMkLst>
          <pc:docMk/>
          <pc:sldMk cId="4097962904" sldId="258"/>
        </pc:sldMkLst>
        <pc:spChg chg="mod">
          <ac:chgData name="Laraib Ahmad" userId="5a1f338977023453" providerId="LiveId" clId="{A262E24F-9284-4ACC-83CC-4CD573968071}" dt="2026-01-19T16:33:27.708" v="167" actId="122"/>
          <ac:spMkLst>
            <pc:docMk/>
            <pc:sldMk cId="4097962904" sldId="258"/>
            <ac:spMk id="2" creationId="{19415450-8D29-B6CD-4141-8E3E5DED3938}"/>
          </ac:spMkLst>
        </pc:spChg>
        <pc:spChg chg="mod">
          <ac:chgData name="Laraib Ahmad" userId="5a1f338977023453" providerId="LiveId" clId="{A262E24F-9284-4ACC-83CC-4CD573968071}" dt="2026-01-19T16:38:30.662" v="467" actId="20577"/>
          <ac:spMkLst>
            <pc:docMk/>
            <pc:sldMk cId="4097962904" sldId="258"/>
            <ac:spMk id="3" creationId="{1F777899-CEC2-E073-38A9-450F09664239}"/>
          </ac:spMkLst>
        </pc:spChg>
      </pc:sldChg>
      <pc:sldChg chg="modSp new mod">
        <pc:chgData name="Laraib Ahmad" userId="5a1f338977023453" providerId="LiveId" clId="{A262E24F-9284-4ACC-83CC-4CD573968071}" dt="2026-01-19T16:48:08.847" v="918" actId="207"/>
        <pc:sldMkLst>
          <pc:docMk/>
          <pc:sldMk cId="2450749761" sldId="259"/>
        </pc:sldMkLst>
        <pc:spChg chg="mod">
          <ac:chgData name="Laraib Ahmad" userId="5a1f338977023453" providerId="LiveId" clId="{A262E24F-9284-4ACC-83CC-4CD573968071}" dt="2026-01-19T16:40:35.561" v="504" actId="122"/>
          <ac:spMkLst>
            <pc:docMk/>
            <pc:sldMk cId="2450749761" sldId="259"/>
            <ac:spMk id="2" creationId="{CD97F963-A547-6521-23E3-D278E6203E44}"/>
          </ac:spMkLst>
        </pc:spChg>
        <pc:spChg chg="mod">
          <ac:chgData name="Laraib Ahmad" userId="5a1f338977023453" providerId="LiveId" clId="{A262E24F-9284-4ACC-83CC-4CD573968071}" dt="2026-01-19T16:48:08.847" v="918" actId="207"/>
          <ac:spMkLst>
            <pc:docMk/>
            <pc:sldMk cId="2450749761" sldId="259"/>
            <ac:spMk id="3" creationId="{8605A440-4791-7B38-EF46-D2CE2DC524FE}"/>
          </ac:spMkLst>
        </pc:spChg>
      </pc:sldChg>
      <pc:sldChg chg="modSp new mod">
        <pc:chgData name="Laraib Ahmad" userId="5a1f338977023453" providerId="LiveId" clId="{A262E24F-9284-4ACC-83CC-4CD573968071}" dt="2026-01-19T16:56:39.013" v="1209" actId="20577"/>
        <pc:sldMkLst>
          <pc:docMk/>
          <pc:sldMk cId="2938110366" sldId="260"/>
        </pc:sldMkLst>
        <pc:spChg chg="mod">
          <ac:chgData name="Laraib Ahmad" userId="5a1f338977023453" providerId="LiveId" clId="{A262E24F-9284-4ACC-83CC-4CD573968071}" dt="2026-01-19T16:51:01.078" v="948" actId="207"/>
          <ac:spMkLst>
            <pc:docMk/>
            <pc:sldMk cId="2938110366" sldId="260"/>
            <ac:spMk id="2" creationId="{6FA035F0-56C6-5B8C-D0DF-89F3CA143A7A}"/>
          </ac:spMkLst>
        </pc:spChg>
        <pc:spChg chg="mod">
          <ac:chgData name="Laraib Ahmad" userId="5a1f338977023453" providerId="LiveId" clId="{A262E24F-9284-4ACC-83CC-4CD573968071}" dt="2026-01-19T16:56:39.013" v="1209" actId="20577"/>
          <ac:spMkLst>
            <pc:docMk/>
            <pc:sldMk cId="2938110366" sldId="260"/>
            <ac:spMk id="3" creationId="{739D470B-0B90-DB84-DA82-36A2EC68003E}"/>
          </ac:spMkLst>
        </pc:spChg>
      </pc:sldChg>
      <pc:sldChg chg="modSp new mod">
        <pc:chgData name="Laraib Ahmad" userId="5a1f338977023453" providerId="LiveId" clId="{A262E24F-9284-4ACC-83CC-4CD573968071}" dt="2026-01-19T17:02:30.496" v="1433" actId="5793"/>
        <pc:sldMkLst>
          <pc:docMk/>
          <pc:sldMk cId="176255253" sldId="261"/>
        </pc:sldMkLst>
        <pc:spChg chg="mod">
          <ac:chgData name="Laraib Ahmad" userId="5a1f338977023453" providerId="LiveId" clId="{A262E24F-9284-4ACC-83CC-4CD573968071}" dt="2026-01-19T17:02:30.496" v="1433" actId="5793"/>
          <ac:spMkLst>
            <pc:docMk/>
            <pc:sldMk cId="176255253" sldId="261"/>
            <ac:spMk id="2" creationId="{8E504393-82DC-5E6B-FC80-EEF77CAB7647}"/>
          </ac:spMkLst>
        </pc:spChg>
        <pc:spChg chg="mod">
          <ac:chgData name="Laraib Ahmad" userId="5a1f338977023453" providerId="LiveId" clId="{A262E24F-9284-4ACC-83CC-4CD573968071}" dt="2026-01-19T17:01:35.068" v="1418" actId="20577"/>
          <ac:spMkLst>
            <pc:docMk/>
            <pc:sldMk cId="176255253" sldId="261"/>
            <ac:spMk id="3" creationId="{12C8D159-816A-C0D0-F2AD-00543933A79A}"/>
          </ac:spMkLst>
        </pc:spChg>
      </pc:sldChg>
      <pc:sldChg chg="addSp modSp new mod">
        <pc:chgData name="Laraib Ahmad" userId="5a1f338977023453" providerId="LiveId" clId="{A262E24F-9284-4ACC-83CC-4CD573968071}" dt="2026-01-19T17:09:31.923" v="1574" actId="1076"/>
        <pc:sldMkLst>
          <pc:docMk/>
          <pc:sldMk cId="1692158440" sldId="262"/>
        </pc:sldMkLst>
        <pc:spChg chg="mod">
          <ac:chgData name="Laraib Ahmad" userId="5a1f338977023453" providerId="LiveId" clId="{A262E24F-9284-4ACC-83CC-4CD573968071}" dt="2026-01-19T17:03:12.629" v="1448" actId="255"/>
          <ac:spMkLst>
            <pc:docMk/>
            <pc:sldMk cId="1692158440" sldId="262"/>
            <ac:spMk id="2" creationId="{1051C7BD-7EC4-466A-B975-4E01D3B9C29B}"/>
          </ac:spMkLst>
        </pc:spChg>
        <pc:spChg chg="mod">
          <ac:chgData name="Laraib Ahmad" userId="5a1f338977023453" providerId="LiveId" clId="{A262E24F-9284-4ACC-83CC-4CD573968071}" dt="2026-01-19T17:09:25.689" v="1573" actId="20577"/>
          <ac:spMkLst>
            <pc:docMk/>
            <pc:sldMk cId="1692158440" sldId="262"/>
            <ac:spMk id="3" creationId="{E505EC67-8A1F-AD1F-D64A-022926BDB16F}"/>
          </ac:spMkLst>
        </pc:spChg>
        <pc:picChg chg="add mod">
          <ac:chgData name="Laraib Ahmad" userId="5a1f338977023453" providerId="LiveId" clId="{A262E24F-9284-4ACC-83CC-4CD573968071}" dt="2026-01-19T17:09:31.923" v="1574" actId="1076"/>
          <ac:picMkLst>
            <pc:docMk/>
            <pc:sldMk cId="1692158440" sldId="262"/>
            <ac:picMk id="5" creationId="{4E74A691-4730-D30E-E18F-55B9C9C87A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E474-C3CA-6128-758D-9CEE92300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879A6-D5CB-499C-743F-1BE1FCD79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2F571-66F7-B061-F4E2-B456DEB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8FEA9-7F1B-DA62-2A86-C07B45C6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C866-B209-F0A2-CFD4-103312A5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9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A415-581F-0336-E561-ABF25333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8DF3-9BE1-8AF1-130B-15BCEC4F6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F553-25B1-8396-E292-3630823B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EA8F-8F4D-136E-39AB-29985DB3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14E1-6308-702E-CAAE-BDE385D6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9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9515-A81D-8697-942C-BE0489EE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9DD3F-A6CF-2298-0A63-6E3069F77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AED86-9125-E805-6208-AA9CD0AD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D08FF-DEAD-BDE8-6A0F-FC85D37C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73EF8-F4EE-C7A7-5028-A60C8352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4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6CBD-1485-00AC-3C1D-9C06DCE6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A8AB-6B98-6FC6-29E7-AEB04E5E1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C969E-6AF0-9A57-15E6-EC78EC315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C42AC-070B-B861-76E7-6137F647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6160B-8B63-3A00-1CF4-9D7BA292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2EA4C-5FFA-6F04-C93A-CDF5E2F0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7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5559-7777-2423-7F36-39E0260B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84A54-F40D-377A-F8BD-6A7769623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325B2-8E58-1D09-AE39-F0182BE96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AE2AE-C902-79D9-7A3A-2C1E66229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2D3EF-8A6F-C6F9-4FB1-9A8A1D063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2452A-BC55-C6DB-64C0-5CCFCFD08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70BB5E-734F-B0BD-0992-D2126E43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051E1-D19A-F8D9-FB91-822B4D9B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34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4CBC-66BA-66B4-83A8-1DE8751C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D2F80-3C7A-068F-9A4F-85744B51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D8A9B-D44C-9E1E-2457-023388BB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8860B-AF92-5D1D-E0BC-30E7ED0B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0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50086-0A91-C101-056E-A34A7AF0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50B01-D11D-6EF4-C8C3-2AE807DD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CE48B-6D9A-0BD1-CE21-697A3CD3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5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47B6-7917-B4C7-EFF4-6C1AE83E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77DBA-0885-44DD-3630-CA748585D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A7D04-3090-E03C-5474-DA530CE18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7455B-4A7B-8AC2-29C8-1AF3DD22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00FC8-EFAA-FE9F-518C-E4059814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14EDA-13FF-A1FB-9E5E-D1B2CE5E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822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5261-78F8-9DC6-335E-9EB7D4D1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7175A-C4E1-D7D1-85B7-CBFD5C498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8225D-4642-4BB8-150E-AD4C2AFFA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61455-8FCB-DDE1-FBAF-AFD22809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FBBA5-9DD4-82CA-3B60-FB746619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EDBCB-5CC2-7648-D8B6-2727F4A2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26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8A7A-FD08-46B6-D18A-354EF079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B9712-CBCC-1BFF-B44F-7DF4037C7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E462E-AB4E-84D7-F19E-8040FCF1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E2F12-EB17-C8B6-A756-68384957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CDA73-3DE9-6AB9-4D90-2C0B368E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12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E5668-89D3-39A1-4D82-8A0028A0C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36817-D14B-D8D1-7585-28F9A3C9D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FE3C0-E3E0-E0D1-1F7B-DE729CBC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5F91-E259-89E0-612E-408BB386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20F25-FECC-A07F-6542-830F3FCA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09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C1AE6-2846-BF29-5205-B4BA192F6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7F3EA-DBC6-A063-AA54-8C4638DFC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DA095-580E-1075-9F2D-417E417793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3BE41-E477-4980-A365-1D4835836CD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A42CC-78F1-BD09-4188-9531AB74F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36300-B4E3-0FF0-C497-D0CFBD9B7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937AE-6364-4F94-AB99-25CE09857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8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D9DD-2597-5DFF-375C-E249E26E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Lecture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C8E88-2577-C657-0875-E49FD1157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9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8807-2D2D-D45E-F25A-8D6186A6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Underlying Concepts of Pointers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2D7EE3-56BB-0AAD-86AB-0828B3A36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2632" y="2143432"/>
            <a:ext cx="5279923" cy="2802193"/>
          </a:xfrm>
        </p:spPr>
      </p:pic>
    </p:spTree>
    <p:extLst>
      <p:ext uri="{BB962C8B-B14F-4D97-AF65-F5344CB8AC3E}">
        <p14:creationId xmlns:p14="http://schemas.microsoft.com/office/powerpoint/2010/main" val="386034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5450-8D29-B6CD-4141-8E3E5DED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Accessing the address of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77899-CEC2-E073-38A9-450F09664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address of the variable can be determined by using “&amp;” operator.</a:t>
            </a:r>
          </a:p>
          <a:p>
            <a:r>
              <a:rPr lang="en-IN" dirty="0"/>
              <a:t>The “&amp;” operator is used in </a:t>
            </a:r>
            <a:r>
              <a:rPr lang="en-IN" dirty="0" err="1"/>
              <a:t>scanf</a:t>
            </a:r>
            <a:r>
              <a:rPr lang="en-IN" dirty="0"/>
              <a:t>() </a:t>
            </a:r>
            <a:r>
              <a:rPr lang="en-IN" dirty="0" err="1"/>
              <a:t>functon</a:t>
            </a:r>
            <a:r>
              <a:rPr lang="en-IN" dirty="0"/>
              <a:t> previously.</a:t>
            </a:r>
          </a:p>
          <a:p>
            <a:r>
              <a:rPr lang="en-IN" dirty="0"/>
              <a:t>The operator “&amp;” immediately preceding a variable returns the address of the variable associated with it.</a:t>
            </a:r>
          </a:p>
          <a:p>
            <a:pPr marL="0" indent="0">
              <a:buNone/>
            </a:pPr>
            <a:r>
              <a:rPr lang="en-IN" dirty="0"/>
              <a:t>	ex: p = &amp;quantity;</a:t>
            </a:r>
          </a:p>
        </p:txBody>
      </p:sp>
    </p:spTree>
    <p:extLst>
      <p:ext uri="{BB962C8B-B14F-4D97-AF65-F5344CB8AC3E}">
        <p14:creationId xmlns:p14="http://schemas.microsoft.com/office/powerpoint/2010/main" val="409796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963-A547-6521-23E3-D278E62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illegal use of address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A440-4791-7B38-EF46-D2CE2DC52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/>
          <a:lstStyle/>
          <a:p>
            <a:r>
              <a:rPr lang="en-IN" dirty="0"/>
              <a:t>Pointing at constant. ex: &amp;125 (</a:t>
            </a:r>
            <a:r>
              <a:rPr lang="en-IN" dirty="0">
                <a:solidFill>
                  <a:srgbClr val="FF0000"/>
                </a:solidFill>
              </a:rPr>
              <a:t>invalid</a:t>
            </a:r>
            <a:r>
              <a:rPr lang="en-IN" dirty="0"/>
              <a:t>)</a:t>
            </a:r>
          </a:p>
          <a:p>
            <a:r>
              <a:rPr lang="en-IN" dirty="0"/>
              <a:t>Pointing at array name (</a:t>
            </a:r>
            <a:r>
              <a:rPr lang="en-IN" dirty="0">
                <a:solidFill>
                  <a:srgbClr val="FF0000"/>
                </a:solidFill>
              </a:rPr>
              <a:t>invalid</a:t>
            </a:r>
            <a:r>
              <a:rPr lang="en-IN" dirty="0"/>
              <a:t>)</a:t>
            </a:r>
          </a:p>
          <a:p>
            <a:pPr marL="914400" lvl="2" indent="0">
              <a:buNone/>
            </a:pPr>
            <a:r>
              <a:rPr lang="en-IN" dirty="0"/>
              <a:t> int x[10] ;</a:t>
            </a:r>
          </a:p>
          <a:p>
            <a:pPr marL="914400" lvl="2" indent="0">
              <a:buNone/>
            </a:pPr>
            <a:r>
              <a:rPr lang="en-IN" dirty="0"/>
              <a:t>&amp;x</a:t>
            </a:r>
          </a:p>
          <a:p>
            <a:r>
              <a:rPr lang="en-IN" dirty="0"/>
              <a:t>Pointing at expression (</a:t>
            </a:r>
            <a:r>
              <a:rPr lang="en-IN" dirty="0">
                <a:solidFill>
                  <a:srgbClr val="FF0000"/>
                </a:solidFill>
              </a:rPr>
              <a:t>invalid</a:t>
            </a:r>
            <a:r>
              <a:rPr lang="en-IN" dirty="0"/>
              <a:t>)</a:t>
            </a:r>
          </a:p>
          <a:p>
            <a:pPr marL="914400" lvl="2" indent="0">
              <a:buNone/>
            </a:pPr>
            <a:r>
              <a:rPr lang="en-IN" dirty="0"/>
              <a:t>&amp;(</a:t>
            </a:r>
            <a:r>
              <a:rPr lang="en-IN" dirty="0" err="1"/>
              <a:t>x+y</a:t>
            </a:r>
            <a:r>
              <a:rPr lang="en-IN" dirty="0"/>
              <a:t>) </a:t>
            </a:r>
          </a:p>
          <a:p>
            <a:r>
              <a:rPr lang="en-IN" dirty="0"/>
              <a:t>Int x[] = {5, 2, 6, 1, 5 , 7};</a:t>
            </a:r>
          </a:p>
          <a:p>
            <a:pPr marL="0" indent="0">
              <a:buNone/>
            </a:pPr>
            <a:r>
              <a:rPr lang="en-IN" dirty="0"/>
              <a:t>	&amp;x[0] and &amp;x[i+3] are </a:t>
            </a:r>
            <a:r>
              <a:rPr lang="en-IN" dirty="0">
                <a:solidFill>
                  <a:srgbClr val="00B050"/>
                </a:solidFill>
              </a:rPr>
              <a:t>valid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74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35F0-56C6-5B8C-D0DF-89F3CA14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Declaring Pointer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470B-0B90-DB84-DA82-36A2EC680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data_type</a:t>
            </a:r>
            <a:r>
              <a:rPr lang="en-IN" dirty="0"/>
              <a:t> *</a:t>
            </a:r>
            <a:r>
              <a:rPr lang="en-IN" dirty="0" err="1"/>
              <a:t>pointer_name</a:t>
            </a:r>
            <a:r>
              <a:rPr lang="en-IN" dirty="0"/>
              <a:t>;</a:t>
            </a:r>
          </a:p>
          <a:p>
            <a:r>
              <a:rPr lang="en-IN" dirty="0"/>
              <a:t>Declaration tells the compiler three things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N" dirty="0"/>
              <a:t>asterisk(*) tells that the </a:t>
            </a:r>
            <a:r>
              <a:rPr lang="en-IN" dirty="0" err="1"/>
              <a:t>varible</a:t>
            </a:r>
            <a:r>
              <a:rPr lang="en-IN" dirty="0"/>
              <a:t> </a:t>
            </a:r>
            <a:r>
              <a:rPr lang="en-IN" dirty="0" err="1"/>
              <a:t>pointer_name</a:t>
            </a:r>
            <a:r>
              <a:rPr lang="en-IN" dirty="0"/>
              <a:t> is a pointer variable.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N" dirty="0" err="1"/>
              <a:t>pointer_name</a:t>
            </a:r>
            <a:r>
              <a:rPr lang="en-IN" dirty="0"/>
              <a:t> needs a memory location.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N" dirty="0" err="1"/>
              <a:t>pointer_name</a:t>
            </a:r>
            <a:r>
              <a:rPr lang="en-IN" dirty="0"/>
              <a:t> points to a variable of type </a:t>
            </a:r>
            <a:r>
              <a:rPr lang="en-IN" dirty="0" err="1"/>
              <a:t>data_type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811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4393-82DC-5E6B-FC80-EEF77CAB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D159-816A-C0D0-F2AD-00543933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integer pointer</a:t>
            </a:r>
          </a:p>
          <a:p>
            <a:pPr marL="0" indent="0">
              <a:buNone/>
            </a:pPr>
            <a:r>
              <a:rPr lang="en-IN" dirty="0"/>
              <a:t>	int *p;</a:t>
            </a:r>
          </a:p>
          <a:p>
            <a:pPr marL="0" indent="0">
              <a:buNone/>
            </a:pPr>
            <a:r>
              <a:rPr lang="en-IN" dirty="0"/>
              <a:t>       int refers to the data type of the variable being pointed by p not the type of the variable being pointed by p.</a:t>
            </a:r>
          </a:p>
          <a:p>
            <a:r>
              <a:rPr lang="en-IN" dirty="0"/>
              <a:t>float pointer</a:t>
            </a:r>
          </a:p>
          <a:p>
            <a:pPr marL="0" indent="0">
              <a:buNone/>
            </a:pPr>
            <a:r>
              <a:rPr lang="en-IN" dirty="0"/>
              <a:t>	float *x;</a:t>
            </a:r>
          </a:p>
        </p:txBody>
      </p:sp>
    </p:spTree>
    <p:extLst>
      <p:ext uri="{BB962C8B-B14F-4D97-AF65-F5344CB8AC3E}">
        <p14:creationId xmlns:p14="http://schemas.microsoft.com/office/powerpoint/2010/main" val="17625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C7BD-7EC4-466A-B975-4E01D3B9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Continue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EC67-8A1F-AD1F-D64A-022926BDB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All pointer variables are of same size irrespective of their type.</a:t>
            </a:r>
          </a:p>
          <a:p>
            <a:r>
              <a:rPr lang="en-IN" dirty="0"/>
              <a:t>int *p;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74A691-4730-D30E-E18F-55B9C9C87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4684" y="3175819"/>
            <a:ext cx="3362632" cy="178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250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Lecture 2</vt:lpstr>
      <vt:lpstr>Underlying Concepts of Pointers</vt:lpstr>
      <vt:lpstr>Accessing the address of a variable</vt:lpstr>
      <vt:lpstr>illegal use of address operator</vt:lpstr>
      <vt:lpstr>Declaring Pointer Variable</vt:lpstr>
      <vt:lpstr>Continue…</vt:lpstr>
      <vt:lpstr>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Laraib Ahmad</dc:creator>
  <cp:lastModifiedBy>Laraib Ahmad</cp:lastModifiedBy>
  <cp:revision>1</cp:revision>
  <dcterms:created xsi:type="dcterms:W3CDTF">2026-01-19T15:34:31Z</dcterms:created>
  <dcterms:modified xsi:type="dcterms:W3CDTF">2026-01-19T17:09:34Z</dcterms:modified>
</cp:coreProperties>
</file>
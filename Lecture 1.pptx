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5" r:id="rId5"/>
    <p:sldId id="264" r:id="rId6"/>
    <p:sldId id="266" r:id="rId7"/>
    <p:sldId id="262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4EBBCA-EDF1-44AE-9259-15246382191F}" v="12" dt="2026-01-18T17:57:56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aib Ahmad" userId="5a1f338977023453" providerId="LiveId" clId="{A262E24F-9284-4ACC-83CC-4CD573968071}"/>
    <pc:docChg chg="undo custSel addSld delSld modSld">
      <pc:chgData name="Laraib Ahmad" userId="5a1f338977023453" providerId="LiveId" clId="{A262E24F-9284-4ACC-83CC-4CD573968071}" dt="2026-01-18T18:01:57.546" v="1270" actId="27636"/>
      <pc:docMkLst>
        <pc:docMk/>
      </pc:docMkLst>
      <pc:sldChg chg="new del">
        <pc:chgData name="Laraib Ahmad" userId="5a1f338977023453" providerId="LiveId" clId="{A262E24F-9284-4ACC-83CC-4CD573968071}" dt="2026-01-18T17:23:09.965" v="24" actId="2696"/>
        <pc:sldMkLst>
          <pc:docMk/>
          <pc:sldMk cId="2222040565" sldId="256"/>
        </pc:sldMkLst>
      </pc:sldChg>
      <pc:sldChg chg="modSp new del mod">
        <pc:chgData name="Laraib Ahmad" userId="5a1f338977023453" providerId="LiveId" clId="{A262E24F-9284-4ACC-83CC-4CD573968071}" dt="2026-01-18T17:24:04.543" v="74" actId="2696"/>
        <pc:sldMkLst>
          <pc:docMk/>
          <pc:sldMk cId="4139563536" sldId="257"/>
        </pc:sldMkLst>
        <pc:spChg chg="mod">
          <ac:chgData name="Laraib Ahmad" userId="5a1f338977023453" providerId="LiveId" clId="{A262E24F-9284-4ACC-83CC-4CD573968071}" dt="2026-01-18T17:21:03.864" v="11" actId="122"/>
          <ac:spMkLst>
            <pc:docMk/>
            <pc:sldMk cId="4139563536" sldId="257"/>
            <ac:spMk id="2" creationId="{29C96D15-9CD5-836D-08B8-A0E8CE7564E1}"/>
          </ac:spMkLst>
        </pc:spChg>
      </pc:sldChg>
      <pc:sldChg chg="modSp new mod">
        <pc:chgData name="Laraib Ahmad" userId="5a1f338977023453" providerId="LiveId" clId="{A262E24F-9284-4ACC-83CC-4CD573968071}" dt="2026-01-18T17:23:01.529" v="23" actId="207"/>
        <pc:sldMkLst>
          <pc:docMk/>
          <pc:sldMk cId="2978113770" sldId="258"/>
        </pc:sldMkLst>
        <pc:spChg chg="mod">
          <ac:chgData name="Laraib Ahmad" userId="5a1f338977023453" providerId="LiveId" clId="{A262E24F-9284-4ACC-83CC-4CD573968071}" dt="2026-01-18T17:23:01.529" v="23" actId="207"/>
          <ac:spMkLst>
            <pc:docMk/>
            <pc:sldMk cId="2978113770" sldId="258"/>
            <ac:spMk id="2" creationId="{286376F5-730B-97C8-133F-A813B3EDD009}"/>
          </ac:spMkLst>
        </pc:spChg>
      </pc:sldChg>
      <pc:sldChg chg="modSp new mod">
        <pc:chgData name="Laraib Ahmad" userId="5a1f338977023453" providerId="LiveId" clId="{A262E24F-9284-4ACC-83CC-4CD573968071}" dt="2026-01-18T17:25:43.617" v="198" actId="20577"/>
        <pc:sldMkLst>
          <pc:docMk/>
          <pc:sldMk cId="3354939416" sldId="259"/>
        </pc:sldMkLst>
        <pc:spChg chg="mod">
          <ac:chgData name="Laraib Ahmad" userId="5a1f338977023453" providerId="LiveId" clId="{A262E24F-9284-4ACC-83CC-4CD573968071}" dt="2026-01-18T17:23:36.481" v="40" actId="122"/>
          <ac:spMkLst>
            <pc:docMk/>
            <pc:sldMk cId="3354939416" sldId="259"/>
            <ac:spMk id="2" creationId="{469A8385-9146-F27C-78A0-B46122142C93}"/>
          </ac:spMkLst>
        </pc:spChg>
        <pc:spChg chg="mod">
          <ac:chgData name="Laraib Ahmad" userId="5a1f338977023453" providerId="LiveId" clId="{A262E24F-9284-4ACC-83CC-4CD573968071}" dt="2026-01-18T17:25:43.617" v="198" actId="20577"/>
          <ac:spMkLst>
            <pc:docMk/>
            <pc:sldMk cId="3354939416" sldId="259"/>
            <ac:spMk id="3" creationId="{3C0062A3-508A-3455-3BB3-49C26590C088}"/>
          </ac:spMkLst>
        </pc:spChg>
      </pc:sldChg>
      <pc:sldChg chg="modSp new mod">
        <pc:chgData name="Laraib Ahmad" userId="5a1f338977023453" providerId="LiveId" clId="{A262E24F-9284-4ACC-83CC-4CD573968071}" dt="2026-01-18T18:01:43.183" v="1268" actId="15"/>
        <pc:sldMkLst>
          <pc:docMk/>
          <pc:sldMk cId="2083413562" sldId="260"/>
        </pc:sldMkLst>
        <pc:spChg chg="mod">
          <ac:chgData name="Laraib Ahmad" userId="5a1f338977023453" providerId="LiveId" clId="{A262E24F-9284-4ACC-83CC-4CD573968071}" dt="2026-01-18T17:26:40.224" v="224" actId="122"/>
          <ac:spMkLst>
            <pc:docMk/>
            <pc:sldMk cId="2083413562" sldId="260"/>
            <ac:spMk id="2" creationId="{20AA43A9-28F8-8FE9-0F3C-661D790522F1}"/>
          </ac:spMkLst>
        </pc:spChg>
        <pc:spChg chg="mod">
          <ac:chgData name="Laraib Ahmad" userId="5a1f338977023453" providerId="LiveId" clId="{A262E24F-9284-4ACC-83CC-4CD573968071}" dt="2026-01-18T18:01:43.183" v="1268" actId="15"/>
          <ac:spMkLst>
            <pc:docMk/>
            <pc:sldMk cId="2083413562" sldId="260"/>
            <ac:spMk id="3" creationId="{19D1EE23-1299-67A9-2ECC-77BA8A3F4B71}"/>
          </ac:spMkLst>
        </pc:spChg>
      </pc:sldChg>
      <pc:sldChg chg="modSp new mod">
        <pc:chgData name="Laraib Ahmad" userId="5a1f338977023453" providerId="LiveId" clId="{A262E24F-9284-4ACC-83CC-4CD573968071}" dt="2026-01-18T17:37:37.062" v="1073" actId="20577"/>
        <pc:sldMkLst>
          <pc:docMk/>
          <pc:sldMk cId="643729882" sldId="261"/>
        </pc:sldMkLst>
        <pc:spChg chg="mod">
          <ac:chgData name="Laraib Ahmad" userId="5a1f338977023453" providerId="LiveId" clId="{A262E24F-9284-4ACC-83CC-4CD573968071}" dt="2026-01-18T17:32:15.969" v="689" actId="122"/>
          <ac:spMkLst>
            <pc:docMk/>
            <pc:sldMk cId="643729882" sldId="261"/>
            <ac:spMk id="2" creationId="{CC7C2008-B736-907F-1367-52D4FB221269}"/>
          </ac:spMkLst>
        </pc:spChg>
        <pc:spChg chg="mod">
          <ac:chgData name="Laraib Ahmad" userId="5a1f338977023453" providerId="LiveId" clId="{A262E24F-9284-4ACC-83CC-4CD573968071}" dt="2026-01-18T17:37:37.062" v="1073" actId="20577"/>
          <ac:spMkLst>
            <pc:docMk/>
            <pc:sldMk cId="643729882" sldId="261"/>
            <ac:spMk id="3" creationId="{9142D2D8-4A51-7F64-3693-4C43DA7D6F80}"/>
          </ac:spMkLst>
        </pc:spChg>
      </pc:sldChg>
      <pc:sldChg chg="addSp delSp modSp new mod">
        <pc:chgData name="Laraib Ahmad" userId="5a1f338977023453" providerId="LiveId" clId="{A262E24F-9284-4ACC-83CC-4CD573968071}" dt="2026-01-18T17:39:28.099" v="1101" actId="122"/>
        <pc:sldMkLst>
          <pc:docMk/>
          <pc:sldMk cId="1503009609" sldId="262"/>
        </pc:sldMkLst>
        <pc:spChg chg="mod">
          <ac:chgData name="Laraib Ahmad" userId="5a1f338977023453" providerId="LiveId" clId="{A262E24F-9284-4ACC-83CC-4CD573968071}" dt="2026-01-18T17:39:28.099" v="1101" actId="122"/>
          <ac:spMkLst>
            <pc:docMk/>
            <pc:sldMk cId="1503009609" sldId="262"/>
            <ac:spMk id="2" creationId="{4A736721-8A4A-0A68-338C-B19405256E9B}"/>
          </ac:spMkLst>
        </pc:spChg>
        <pc:spChg chg="del">
          <ac:chgData name="Laraib Ahmad" userId="5a1f338977023453" providerId="LiveId" clId="{A262E24F-9284-4ACC-83CC-4CD573968071}" dt="2026-01-18T17:38:48.449" v="1075" actId="931"/>
          <ac:spMkLst>
            <pc:docMk/>
            <pc:sldMk cId="1503009609" sldId="262"/>
            <ac:spMk id="3" creationId="{67DA2463-1A43-A18C-7A4E-8B67A64173C1}"/>
          </ac:spMkLst>
        </pc:spChg>
        <pc:picChg chg="add mod">
          <ac:chgData name="Laraib Ahmad" userId="5a1f338977023453" providerId="LiveId" clId="{A262E24F-9284-4ACC-83CC-4CD573968071}" dt="2026-01-18T17:39:06.968" v="1080" actId="1076"/>
          <ac:picMkLst>
            <pc:docMk/>
            <pc:sldMk cId="1503009609" sldId="262"/>
            <ac:picMk id="5" creationId="{EE3E863C-A995-DD53-8AE5-2DAE2FADF5CA}"/>
          </ac:picMkLst>
        </pc:picChg>
      </pc:sldChg>
      <pc:sldChg chg="addSp delSp modSp new mod">
        <pc:chgData name="Laraib Ahmad" userId="5a1f338977023453" providerId="LiveId" clId="{A262E24F-9284-4ACC-83CC-4CD573968071}" dt="2026-01-18T17:40:37.965" v="1125" actId="122"/>
        <pc:sldMkLst>
          <pc:docMk/>
          <pc:sldMk cId="1938059031" sldId="263"/>
        </pc:sldMkLst>
        <pc:spChg chg="mod">
          <ac:chgData name="Laraib Ahmad" userId="5a1f338977023453" providerId="LiveId" clId="{A262E24F-9284-4ACC-83CC-4CD573968071}" dt="2026-01-18T17:40:37.965" v="1125" actId="122"/>
          <ac:spMkLst>
            <pc:docMk/>
            <pc:sldMk cId="1938059031" sldId="263"/>
            <ac:spMk id="2" creationId="{D08A71CA-09D5-9AFE-FBB3-CE488581BFDB}"/>
          </ac:spMkLst>
        </pc:spChg>
        <pc:spChg chg="del">
          <ac:chgData name="Laraib Ahmad" userId="5a1f338977023453" providerId="LiveId" clId="{A262E24F-9284-4ACC-83CC-4CD573968071}" dt="2026-01-18T17:40:04.854" v="1103" actId="931"/>
          <ac:spMkLst>
            <pc:docMk/>
            <pc:sldMk cId="1938059031" sldId="263"/>
            <ac:spMk id="3" creationId="{78A81F0E-1A79-0EC2-1A65-D1850D41478F}"/>
          </ac:spMkLst>
        </pc:spChg>
        <pc:picChg chg="add mod">
          <ac:chgData name="Laraib Ahmad" userId="5a1f338977023453" providerId="LiveId" clId="{A262E24F-9284-4ACC-83CC-4CD573968071}" dt="2026-01-18T17:40:13.966" v="1107" actId="14100"/>
          <ac:picMkLst>
            <pc:docMk/>
            <pc:sldMk cId="1938059031" sldId="263"/>
            <ac:picMk id="5" creationId="{4BB19954-A0EC-4180-202C-13A709068B43}"/>
          </ac:picMkLst>
        </pc:picChg>
      </pc:sldChg>
      <pc:sldChg chg="modSp new mod">
        <pc:chgData name="Laraib Ahmad" userId="5a1f338977023453" providerId="LiveId" clId="{A262E24F-9284-4ACC-83CC-4CD573968071}" dt="2026-01-18T17:56:56.675" v="1246" actId="20577"/>
        <pc:sldMkLst>
          <pc:docMk/>
          <pc:sldMk cId="83070028" sldId="264"/>
        </pc:sldMkLst>
        <pc:spChg chg="mod">
          <ac:chgData name="Laraib Ahmad" userId="5a1f338977023453" providerId="LiveId" clId="{A262E24F-9284-4ACC-83CC-4CD573968071}" dt="2026-01-18T17:56:17.031" v="1236" actId="207"/>
          <ac:spMkLst>
            <pc:docMk/>
            <pc:sldMk cId="83070028" sldId="264"/>
            <ac:spMk id="2" creationId="{371F0244-DA1E-312C-6FC3-4A95D9918841}"/>
          </ac:spMkLst>
        </pc:spChg>
        <pc:spChg chg="mod">
          <ac:chgData name="Laraib Ahmad" userId="5a1f338977023453" providerId="LiveId" clId="{A262E24F-9284-4ACC-83CC-4CD573968071}" dt="2026-01-18T17:56:56.675" v="1246" actId="20577"/>
          <ac:spMkLst>
            <pc:docMk/>
            <pc:sldMk cId="83070028" sldId="264"/>
            <ac:spMk id="3" creationId="{A1AEBADB-8E5B-B1BE-4087-4F74EE8DE394}"/>
          </ac:spMkLst>
        </pc:spChg>
      </pc:sldChg>
      <pc:sldChg chg="modSp new mod">
        <pc:chgData name="Laraib Ahmad" userId="5a1f338977023453" providerId="LiveId" clId="{A262E24F-9284-4ACC-83CC-4CD573968071}" dt="2026-01-18T18:01:57.546" v="1270" actId="27636"/>
        <pc:sldMkLst>
          <pc:docMk/>
          <pc:sldMk cId="1922495372" sldId="265"/>
        </pc:sldMkLst>
        <pc:spChg chg="mod">
          <ac:chgData name="Laraib Ahmad" userId="5a1f338977023453" providerId="LiveId" clId="{A262E24F-9284-4ACC-83CC-4CD573968071}" dt="2026-01-18T17:53:19.645" v="1185" actId="207"/>
          <ac:spMkLst>
            <pc:docMk/>
            <pc:sldMk cId="1922495372" sldId="265"/>
            <ac:spMk id="2" creationId="{DE37B699-4C6B-0C2D-1193-F6A48D21A184}"/>
          </ac:spMkLst>
        </pc:spChg>
        <pc:spChg chg="mod">
          <ac:chgData name="Laraib Ahmad" userId="5a1f338977023453" providerId="LiveId" clId="{A262E24F-9284-4ACC-83CC-4CD573968071}" dt="2026-01-18T18:01:57.546" v="1270" actId="27636"/>
          <ac:spMkLst>
            <pc:docMk/>
            <pc:sldMk cId="1922495372" sldId="265"/>
            <ac:spMk id="3" creationId="{0EF15397-E0FA-7BC8-B0F3-2E93F615BC70}"/>
          </ac:spMkLst>
        </pc:spChg>
      </pc:sldChg>
      <pc:sldChg chg="new del">
        <pc:chgData name="Laraib Ahmad" userId="5a1f338977023453" providerId="LiveId" clId="{A262E24F-9284-4ACC-83CC-4CD573968071}" dt="2026-01-18T17:52:34.363" v="1164" actId="2696"/>
        <pc:sldMkLst>
          <pc:docMk/>
          <pc:sldMk cId="2150122004" sldId="265"/>
        </pc:sldMkLst>
      </pc:sldChg>
      <pc:sldChg chg="modSp new mod">
        <pc:chgData name="Laraib Ahmad" userId="5a1f338977023453" providerId="LiveId" clId="{A262E24F-9284-4ACC-83CC-4CD573968071}" dt="2026-01-18T18:01:06.752" v="1266" actId="207"/>
        <pc:sldMkLst>
          <pc:docMk/>
          <pc:sldMk cId="2895273850" sldId="266"/>
        </pc:sldMkLst>
        <pc:spChg chg="mod">
          <ac:chgData name="Laraib Ahmad" userId="5a1f338977023453" providerId="LiveId" clId="{A262E24F-9284-4ACC-83CC-4CD573968071}" dt="2026-01-18T18:01:06.752" v="1266" actId="207"/>
          <ac:spMkLst>
            <pc:docMk/>
            <pc:sldMk cId="2895273850" sldId="266"/>
            <ac:spMk id="2" creationId="{ABD47BBF-87BF-4B0D-A378-D8C9C18783D4}"/>
          </ac:spMkLst>
        </pc:spChg>
        <pc:spChg chg="mod">
          <ac:chgData name="Laraib Ahmad" userId="5a1f338977023453" providerId="LiveId" clId="{A262E24F-9284-4ACC-83CC-4CD573968071}" dt="2026-01-18T17:59:55.719" v="1253" actId="20577"/>
          <ac:spMkLst>
            <pc:docMk/>
            <pc:sldMk cId="2895273850" sldId="266"/>
            <ac:spMk id="3" creationId="{F7FD05CE-CD6C-0CCD-52C5-81B1EE13469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B0F34-BAE1-719E-1584-FAE8EDBF69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612787-405D-25B9-38D4-DE4332611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567D1-100A-E96E-F8A3-0E7869EEE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BFC04-F880-4E6E-8B67-FC5CB1EDE5A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43628-7BA7-8E7E-CAB1-846E875BF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F9AE3-74C3-25C9-4110-FD8F24F49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904-55D4-459C-B662-F79EE57F7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574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014A3-2148-51FD-6750-96E7D1939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E8AF9-CEF0-A0D2-CF92-F6DD64DCB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EC5D4-5A95-3BFB-7F3F-E538D21A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BFC04-F880-4E6E-8B67-FC5CB1EDE5A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0C6ED-6044-CE66-647F-F7ADCD1D0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7656F-4A22-10C3-FF95-19CEE230A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904-55D4-459C-B662-F79EE57F7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091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5DC62-C3C5-2D91-BFD5-8F69A642A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CAED38-7345-F3CE-A03B-5C8EDD2E2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C76B5-4A7E-275D-FEDC-231DE937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BFC04-F880-4E6E-8B67-FC5CB1EDE5A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6A6E2-AA45-8196-2B47-298EF47E7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78C5C-8E50-CCD7-37CA-6977AAE40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904-55D4-459C-B662-F79EE57F7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790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7FB2E-B7BE-B765-9F01-F46EAE8BC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94B3D-5F74-20B5-5ABB-2CEC10DB62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CD7D9-DA3E-A0F6-846D-92AF43428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68634-AF2E-3856-7ADA-272171BDD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BFC04-F880-4E6E-8B67-FC5CB1EDE5A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B1C38-DB4E-62F5-FDCD-61573B243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B2A86-7942-18AA-4321-C0DACC431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904-55D4-459C-B662-F79EE57F7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14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9750-7BA3-4813-35CE-A3B6E94DE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03B1A-6474-4C60-AAE3-426B41A3D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06BD62-636F-E94D-376F-61F699E76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F07CD0-C3CC-1E48-0270-4FC494DE2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2D580B-DCFC-AA29-B6DA-F6C86E5F46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582FF-3B30-495B-718F-752CB44A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BFC04-F880-4E6E-8B67-FC5CB1EDE5A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001C3E-83A4-D977-8F4A-1540EA417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91272D-B331-46FF-375D-6F70D3AF6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904-55D4-459C-B662-F79EE57F7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041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BB8F7-B4FF-CB90-401E-5E750DCB5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E749A7-8D5E-C33D-5672-973A4BEFD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BFC04-F880-4E6E-8B67-FC5CB1EDE5A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880BF-F37F-BA13-9042-BF8AC1495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D24C6-6C3F-4B9A-318F-B1D8F1691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904-55D4-459C-B662-F79EE57F7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961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634D2A-EF2D-84D2-1C1A-92DF4886A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BFC04-F880-4E6E-8B67-FC5CB1EDE5A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4404DF-F822-DA85-58F3-53CA63AB7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FE01D-24CC-566A-189F-E143DFCF9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904-55D4-459C-B662-F79EE57F7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32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17491-F47F-9E4F-4EEB-6073EC8D1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FA104-4E02-AB97-F3FE-139BCDB56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56899-BC78-57C9-0751-0CBF3AE22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88FCC-C5C2-0BCA-9100-525BA5EBA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BFC04-F880-4E6E-8B67-FC5CB1EDE5A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66DA9-BD35-AC38-2906-442DDD753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0A270-DA59-947C-BA1C-0F263ACB7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904-55D4-459C-B662-F79EE57F7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243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D1CDB-9A27-8F5E-B33A-B47ABE5C6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E9562-5466-C8DF-800B-8B61475757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8F3C8-170D-BE92-2202-74A311ACE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45B59-ADE0-C1A9-3FAB-873FA72CF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BFC04-F880-4E6E-8B67-FC5CB1EDE5A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E61A0-28E0-9C05-EFA0-4C2D6E1AA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F6539-4C15-6F62-9EE6-B65BBBD3E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904-55D4-459C-B662-F79EE57F7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14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2E721-E71C-7EFD-883A-EB216FA06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9D81E2-FC1C-F0D4-1B84-8C37C3F70C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93912-56F0-057A-4E13-334EE0F3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BFC04-F880-4E6E-8B67-FC5CB1EDE5A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2E3C5-6DF2-1122-AA48-6D042B46D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BC3E6-8326-05A0-53DE-10BF6C405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904-55D4-459C-B662-F79EE57F7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84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8F9FC1-9E6E-185F-AC1E-2D3439D94D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6954B-4EF7-9E73-1E3D-609E5A95B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1A604-A2A2-7DE9-8192-FF006ECC2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BFC04-F880-4E6E-8B67-FC5CB1EDE5A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74112-5DE9-B127-FCB9-8466F6379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3CF60-E858-F4F4-B982-5E20D6CE9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C0904-55D4-459C-B662-F79EE57F7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484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EB0629-76D2-6A7E-ACE6-AF1611B3C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7FBCA-150C-6CA5-F3DB-9028D963B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83FB2-83A1-92A5-3344-5A44ED4002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BFC04-F880-4E6E-8B67-FC5CB1EDE5A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08B14-9C8C-7407-9C67-9FD22D0207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654B9-47B0-B528-6093-AC4445E52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C0904-55D4-459C-B662-F79EE57F74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141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76F5-730B-97C8-133F-A813B3EDD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7030A0"/>
                </a:solidFill>
              </a:rPr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978113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A8385-9146-F27C-78A0-B46122142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7030A0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062A3-508A-3455-3BB3-49C26590C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pointer is derived data type</a:t>
            </a:r>
          </a:p>
          <a:p>
            <a:r>
              <a:rPr lang="en-IN" dirty="0"/>
              <a:t>It contains the memory addresses as their values</a:t>
            </a:r>
          </a:p>
          <a:p>
            <a:r>
              <a:rPr lang="en-IN" dirty="0"/>
              <a:t>It can be used to access and manipulate data stored in the memory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4939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A43A9-28F8-8FE9-0F3C-661D7905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7030A0"/>
                </a:solidFill>
              </a:rPr>
              <a:t>Advantages of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1EE23-1299-67A9-2ECC-77BA8A3F4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29568" cy="4351338"/>
          </a:xfrm>
        </p:spPr>
        <p:txBody>
          <a:bodyPr>
            <a:normAutofit/>
          </a:bodyPr>
          <a:lstStyle/>
          <a:p>
            <a:r>
              <a:rPr lang="en-IN" dirty="0"/>
              <a:t>Pointers can be used to return multiple values from a function via function arguments </a:t>
            </a:r>
          </a:p>
          <a:p>
            <a:pPr marL="914400" lvl="2" indent="0">
              <a:buNone/>
            </a:pPr>
            <a:r>
              <a:rPr lang="en-IN" dirty="0"/>
              <a:t> </a:t>
            </a:r>
            <a:r>
              <a:rPr lang="en-US" dirty="0"/>
              <a:t>void calculate(int a, int b, int *sum, int *diff) {</a:t>
            </a:r>
          </a:p>
          <a:p>
            <a:pPr marL="914400" lvl="2" indent="0">
              <a:buNone/>
            </a:pPr>
            <a:r>
              <a:rPr lang="en-US" dirty="0"/>
              <a:t>    *sum = a + b;</a:t>
            </a:r>
          </a:p>
          <a:p>
            <a:pPr marL="914400" lvl="2" indent="0">
              <a:buNone/>
            </a:pPr>
            <a:r>
              <a:rPr lang="en-US" dirty="0"/>
              <a:t>    *diff = a - b;</a:t>
            </a:r>
          </a:p>
          <a:p>
            <a:pPr marL="914400" lvl="2" indent="0">
              <a:buNone/>
            </a:pPr>
            <a:r>
              <a:rPr lang="en-US" dirty="0"/>
              <a:t>}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3413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7B699-4C6B-0C2D-1193-F6A48D21A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7030A0"/>
                </a:solidFill>
              </a:rPr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15397-E0FA-7BC8-B0F3-2E93F615B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Passing a functions as arguments to other functions.</a:t>
            </a:r>
          </a:p>
          <a:p>
            <a:pPr marL="1371600" lvl="3" indent="0">
              <a:buNone/>
            </a:pPr>
            <a:r>
              <a:rPr lang="en-IN" dirty="0"/>
              <a:t>void add(int a, int b) {</a:t>
            </a:r>
          </a:p>
          <a:p>
            <a:pPr marL="1371600" lvl="3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("Sum = %d\n", a + b);</a:t>
            </a:r>
          </a:p>
          <a:p>
            <a:pPr marL="1371600" lvl="3" indent="0">
              <a:buNone/>
            </a:pPr>
            <a:r>
              <a:rPr lang="en-IN" dirty="0"/>
              <a:t>}</a:t>
            </a:r>
          </a:p>
          <a:p>
            <a:pPr marL="1371600" lvl="3" indent="0">
              <a:buNone/>
            </a:pPr>
            <a:r>
              <a:rPr lang="en-US" dirty="0"/>
              <a:t>void operate(void (*</a:t>
            </a:r>
            <a:r>
              <a:rPr lang="en-US" dirty="0" err="1"/>
              <a:t>func</a:t>
            </a:r>
            <a:r>
              <a:rPr lang="en-US" dirty="0"/>
              <a:t>)(int, int)) {</a:t>
            </a:r>
          </a:p>
          <a:p>
            <a:pPr marL="1371600" lvl="3" indent="0">
              <a:buNone/>
            </a:pPr>
            <a:r>
              <a:rPr lang="en-US" dirty="0"/>
              <a:t>    </a:t>
            </a:r>
            <a:r>
              <a:rPr lang="en-US" dirty="0" err="1"/>
              <a:t>func</a:t>
            </a:r>
            <a:r>
              <a:rPr lang="en-US" dirty="0"/>
              <a:t>(10, 20);   // calling passed function</a:t>
            </a:r>
          </a:p>
          <a:p>
            <a:pPr marL="1371600" lvl="3" indent="0">
              <a:buNone/>
            </a:pPr>
            <a:r>
              <a:rPr lang="en-US" dirty="0"/>
              <a:t>}</a:t>
            </a:r>
          </a:p>
          <a:p>
            <a:pPr marL="1371600" lvl="3" indent="0">
              <a:buNone/>
            </a:pPr>
            <a:r>
              <a:rPr lang="en-US" dirty="0"/>
              <a:t>int main() {</a:t>
            </a:r>
          </a:p>
          <a:p>
            <a:pPr marL="1371600" lvl="3" indent="0">
              <a:buNone/>
            </a:pPr>
            <a:r>
              <a:rPr lang="en-US" dirty="0"/>
              <a:t>    operate(add);</a:t>
            </a:r>
          </a:p>
          <a:p>
            <a:pPr marL="1371600" lvl="3" indent="0">
              <a:buNone/>
            </a:pPr>
            <a:r>
              <a:rPr lang="en-US" dirty="0"/>
              <a:t>    return 0;</a:t>
            </a:r>
          </a:p>
          <a:p>
            <a:pPr marL="1371600" lvl="3" indent="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2495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F0244-DA1E-312C-6FC3-4A95D9918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7030A0"/>
                </a:solidFill>
              </a:rPr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EBADB-8E5B-B1BE-4087-4F74EE8DE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use of pointer arrays to character string results in saving of data storage space in memory.</a:t>
            </a:r>
          </a:p>
          <a:p>
            <a:pPr marL="914400" lvl="2" indent="0">
              <a:buNone/>
            </a:pPr>
            <a:r>
              <a:rPr lang="en-US" dirty="0"/>
              <a:t>char country[3][20] = {"India", "USA", "Japan"};</a:t>
            </a:r>
          </a:p>
          <a:p>
            <a:pPr marL="914400" lvl="2" indent="0">
              <a:buNone/>
            </a:pPr>
            <a:r>
              <a:rPr lang="en-IN" dirty="0"/>
              <a:t>By using pointer</a:t>
            </a:r>
          </a:p>
          <a:p>
            <a:pPr marL="914400" lvl="2" indent="0">
              <a:buNone/>
            </a:pPr>
            <a:r>
              <a:rPr lang="en-US" dirty="0"/>
              <a:t>char *country[3] = {"India", "USA", "Japan"};</a:t>
            </a:r>
          </a:p>
          <a:p>
            <a:pPr marL="914400" lvl="2" indent="0">
              <a:buNone/>
            </a:pPr>
            <a:endParaRPr lang="en-IN" dirty="0"/>
          </a:p>
          <a:p>
            <a:r>
              <a:rPr lang="en-IN" dirty="0"/>
              <a:t>Pointers allow for dynamic memory management.</a:t>
            </a:r>
          </a:p>
          <a:p>
            <a:pPr marL="914400" lvl="2" indent="0">
              <a:buNone/>
            </a:pPr>
            <a:r>
              <a:rPr lang="en-US" dirty="0"/>
              <a:t>	int *p;</a:t>
            </a:r>
          </a:p>
          <a:p>
            <a:pPr marL="914400" lvl="2" indent="0">
              <a:buNone/>
            </a:pPr>
            <a:r>
              <a:rPr lang="en-US" dirty="0"/>
              <a:t>	p = (int *)malloc(5 * </a:t>
            </a:r>
            <a:r>
              <a:rPr lang="en-US" dirty="0" err="1"/>
              <a:t>sizeof</a:t>
            </a:r>
            <a:r>
              <a:rPr lang="en-US" dirty="0"/>
              <a:t>(int));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070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47BBF-87BF-4B0D-A378-D8C9C1878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7030A0"/>
                </a:solidFill>
              </a:rPr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D05CE-CD6C-0CCD-52C5-81B1EE134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Pointers provide an efficient tool for manipulating dynamic data structures such as structures, linked lists, queues, stacks and trees.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5273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36721-8A4A-0A68-338C-B19405256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7030A0"/>
                </a:solidFill>
              </a:rPr>
              <a:t>Memory Organisation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3E863C-A995-DD53-8AE5-2DAE2FADF5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5379" y="1818508"/>
            <a:ext cx="6577781" cy="4513466"/>
          </a:xfrm>
        </p:spPr>
      </p:pic>
    </p:spTree>
    <p:extLst>
      <p:ext uri="{BB962C8B-B14F-4D97-AF65-F5344CB8AC3E}">
        <p14:creationId xmlns:p14="http://schemas.microsoft.com/office/powerpoint/2010/main" val="1503009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C2008-B736-907F-1367-52D4FB221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7030A0"/>
                </a:solidFill>
              </a:rPr>
              <a:t>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2D2D8-4A51-7F64-3693-4C43DA7D6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Memory addresses are simply numbers; they can be assigned to a variable. That can be stored in memory, like other variables.</a:t>
            </a:r>
          </a:p>
          <a:p>
            <a:r>
              <a:rPr lang="en-IN" dirty="0"/>
              <a:t>Variables that hold memory addresses are called pointer variables.</a:t>
            </a:r>
          </a:p>
          <a:p>
            <a:r>
              <a:rPr lang="en-IN" dirty="0"/>
              <a:t>Therefore, a pointer variable is a variable that contains an address, which is the location of another variable in memory.</a:t>
            </a:r>
          </a:p>
        </p:txBody>
      </p:sp>
    </p:spTree>
    <p:extLst>
      <p:ext uri="{BB962C8B-B14F-4D97-AF65-F5344CB8AC3E}">
        <p14:creationId xmlns:p14="http://schemas.microsoft.com/office/powerpoint/2010/main" val="643729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A71CA-09D5-9AFE-FBB3-CE488581B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7030A0"/>
                </a:solidFill>
              </a:rPr>
              <a:t>Pointer variable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B19954-A0EC-4180-202C-13A709068B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2026" y="2310581"/>
            <a:ext cx="5348748" cy="3549445"/>
          </a:xfrm>
        </p:spPr>
      </p:pic>
    </p:spTree>
    <p:extLst>
      <p:ext uri="{BB962C8B-B14F-4D97-AF65-F5344CB8AC3E}">
        <p14:creationId xmlns:p14="http://schemas.microsoft.com/office/powerpoint/2010/main" val="1938059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327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Lecture 1</vt:lpstr>
      <vt:lpstr>Introduction</vt:lpstr>
      <vt:lpstr>Advantages of Pointer</vt:lpstr>
      <vt:lpstr>Continue…</vt:lpstr>
      <vt:lpstr>Continue…</vt:lpstr>
      <vt:lpstr>Continue…</vt:lpstr>
      <vt:lpstr>Memory Organisation</vt:lpstr>
      <vt:lpstr>Note</vt:lpstr>
      <vt:lpstr>Pointer variable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Laraib Ahmad</dc:creator>
  <cp:lastModifiedBy>Laraib Ahmad</cp:lastModifiedBy>
  <cp:revision>1</cp:revision>
  <dcterms:created xsi:type="dcterms:W3CDTF">2026-01-18T16:10:02Z</dcterms:created>
  <dcterms:modified xsi:type="dcterms:W3CDTF">2026-01-18T18:02:00Z</dcterms:modified>
</cp:coreProperties>
</file>